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5143500" cx="9144000"/>
  <p:notesSz cx="6858000" cy="9144000"/>
  <p:embeddedFontLst>
    <p:embeddedFont>
      <p:font typeface="Roboto Slab"/>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RobotoSlab-regular.fntdata"/><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font" Target="fonts/RobotoSlab-bold.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e0ed630e7_0_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e0ed630e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95f413d3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95f413d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395f413d39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395f413d3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979a4fcd9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979a4fcd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395f413d39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395f413d3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979a4fcd9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3979a4fc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395f413d39_0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395f413d3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3979a4fcd9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3979a4fcd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395f413d39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395f413d3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395f413d39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395f413d3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3979a4fcd9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3979a4fcd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395f413d39_0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395f413d3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3979a4fcd9_0_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3979a4fcd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395f413d39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395f413d3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0d6c194d8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00d6c194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00d6c194d8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00d6c194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395f413d39_0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395f413d3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395f413d39_0_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395f413d3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3979a4fcd9_0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3979a4fcd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395f413d39_0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395f413d3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3979a4fcd9_0_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3979a4fcd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3979a4fcd9_0_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3979a4fcd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3979a4fcd9_0_1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3979a4fcd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7eb2ce7d9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7eb2ce7d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7eb2ce7d95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7eb2ce7d9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395f413d39_0_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395f413d3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3979a4fcd9_0_2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3979a4fcd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3979a4fcd9_0_2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3979a4fcd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3979a4fcd9_0_2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3979a4fcd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3979a4fcd9_0_2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3979a4fcd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979a4fcd9_0_2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979a4fcd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7eb2ce7d95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7eb2ce7d9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2032a281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2032a28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3979a4fcd9_0_2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3979a4fcd9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3979a4fcd9_0_2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3979a4fcd9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700185" y="1991850"/>
            <a:ext cx="5807400" cy="1159800"/>
          </a:xfrm>
          <a:prstGeom prst="rect">
            <a:avLst/>
          </a:prstGeom>
        </p:spPr>
        <p:txBody>
          <a:bodyPr anchorCtr="0" anchor="ctr" bIns="91425" lIns="91425" spcFirstLastPara="1" rIns="91425" wrap="square" tIns="91425">
            <a:noAutofit/>
          </a:bodyPr>
          <a:lstStyle>
            <a:lvl1pPr lvl="0">
              <a:spcBef>
                <a:spcPts val="0"/>
              </a:spcBef>
              <a:spcAft>
                <a:spcPts val="0"/>
              </a:spcAft>
              <a:buSzPts val="5800"/>
              <a:buNone/>
              <a:defRPr b="1" sz="5800"/>
            </a:lvl1pPr>
            <a:lvl2pPr lvl="1">
              <a:spcBef>
                <a:spcPts val="0"/>
              </a:spcBef>
              <a:spcAft>
                <a:spcPts val="0"/>
              </a:spcAft>
              <a:buSzPts val="5800"/>
              <a:buNone/>
              <a:defRPr b="1" sz="5800"/>
            </a:lvl2pPr>
            <a:lvl3pPr lvl="2">
              <a:spcBef>
                <a:spcPts val="0"/>
              </a:spcBef>
              <a:spcAft>
                <a:spcPts val="0"/>
              </a:spcAft>
              <a:buSzPts val="5800"/>
              <a:buNone/>
              <a:defRPr b="1" sz="5800"/>
            </a:lvl3pPr>
            <a:lvl4pPr lvl="3">
              <a:spcBef>
                <a:spcPts val="0"/>
              </a:spcBef>
              <a:spcAft>
                <a:spcPts val="0"/>
              </a:spcAft>
              <a:buSzPts val="5800"/>
              <a:buNone/>
              <a:defRPr b="1" sz="5800"/>
            </a:lvl4pPr>
            <a:lvl5pPr lvl="4">
              <a:spcBef>
                <a:spcPts val="0"/>
              </a:spcBef>
              <a:spcAft>
                <a:spcPts val="0"/>
              </a:spcAft>
              <a:buSzPts val="5800"/>
              <a:buNone/>
              <a:defRPr b="1" sz="5800"/>
            </a:lvl5pPr>
            <a:lvl6pPr lvl="5">
              <a:spcBef>
                <a:spcPts val="0"/>
              </a:spcBef>
              <a:spcAft>
                <a:spcPts val="0"/>
              </a:spcAft>
              <a:buSzPts val="5800"/>
              <a:buNone/>
              <a:defRPr b="1" sz="5800"/>
            </a:lvl6pPr>
            <a:lvl7pPr lvl="6">
              <a:spcBef>
                <a:spcPts val="0"/>
              </a:spcBef>
              <a:spcAft>
                <a:spcPts val="0"/>
              </a:spcAft>
              <a:buSzPts val="5800"/>
              <a:buNone/>
              <a:defRPr b="1" sz="5800"/>
            </a:lvl7pPr>
            <a:lvl8pPr lvl="7">
              <a:spcBef>
                <a:spcPts val="0"/>
              </a:spcBef>
              <a:spcAft>
                <a:spcPts val="0"/>
              </a:spcAft>
              <a:buSzPts val="5800"/>
              <a:buNone/>
              <a:defRPr b="1" sz="5800"/>
            </a:lvl8pPr>
            <a:lvl9pPr lvl="8">
              <a:spcBef>
                <a:spcPts val="0"/>
              </a:spcBef>
              <a:spcAft>
                <a:spcPts val="0"/>
              </a:spcAft>
              <a:buSzPts val="5800"/>
              <a:buNone/>
              <a:defRPr b="1" sz="5800"/>
            </a:lvl9pPr>
          </a:lstStyle>
          <a:p/>
        </p:txBody>
      </p:sp>
      <p:sp>
        <p:nvSpPr>
          <p:cNvPr id="11" name="Google Shape;11;p2"/>
          <p:cNvSpPr/>
          <p:nvPr/>
        </p:nvSpPr>
        <p:spPr>
          <a:xfrm>
            <a:off x="7337531" y="463007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790243" y="4182401"/>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893253" y="3333348"/>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771302" y="4923775"/>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386266" y="50813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79460" y="2703980"/>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61540" y="643097"/>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07235" y="1080863"/>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314019" y="3625322"/>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882858" y="4186761"/>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158313" y="1596559"/>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396483" y="226428"/>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17492" y="2000594"/>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425273" y="387880"/>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014029" y="4567546"/>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3"/>
          <p:cNvSpPr txBox="1"/>
          <p:nvPr>
            <p:ph type="ctrTitle"/>
          </p:nvPr>
        </p:nvSpPr>
        <p:spPr>
          <a:xfrm>
            <a:off x="1546025" y="1754794"/>
            <a:ext cx="5832600" cy="11598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b="1" sz="4400"/>
            </a:lvl1pPr>
            <a:lvl2pPr lvl="1" rtl="0">
              <a:spcBef>
                <a:spcPts val="0"/>
              </a:spcBef>
              <a:spcAft>
                <a:spcPts val="0"/>
              </a:spcAft>
              <a:buSzPts val="4400"/>
              <a:buNone/>
              <a:defRPr b="1" sz="4400"/>
            </a:lvl2pPr>
            <a:lvl3pPr lvl="2" rtl="0">
              <a:spcBef>
                <a:spcPts val="0"/>
              </a:spcBef>
              <a:spcAft>
                <a:spcPts val="0"/>
              </a:spcAft>
              <a:buSzPts val="4400"/>
              <a:buNone/>
              <a:defRPr b="1" sz="4400"/>
            </a:lvl3pPr>
            <a:lvl4pPr lvl="3" rtl="0">
              <a:spcBef>
                <a:spcPts val="0"/>
              </a:spcBef>
              <a:spcAft>
                <a:spcPts val="0"/>
              </a:spcAft>
              <a:buSzPts val="4400"/>
              <a:buNone/>
              <a:defRPr b="1" sz="4400"/>
            </a:lvl4pPr>
            <a:lvl5pPr lvl="4" rtl="0">
              <a:spcBef>
                <a:spcPts val="0"/>
              </a:spcBef>
              <a:spcAft>
                <a:spcPts val="0"/>
              </a:spcAft>
              <a:buSzPts val="4400"/>
              <a:buNone/>
              <a:defRPr b="1" sz="4400"/>
            </a:lvl5pPr>
            <a:lvl6pPr lvl="5" rtl="0">
              <a:spcBef>
                <a:spcPts val="0"/>
              </a:spcBef>
              <a:spcAft>
                <a:spcPts val="0"/>
              </a:spcAft>
              <a:buSzPts val="4400"/>
              <a:buNone/>
              <a:defRPr b="1" sz="4400"/>
            </a:lvl6pPr>
            <a:lvl7pPr lvl="6" rtl="0">
              <a:spcBef>
                <a:spcPts val="0"/>
              </a:spcBef>
              <a:spcAft>
                <a:spcPts val="0"/>
              </a:spcAft>
              <a:buSzPts val="4400"/>
              <a:buNone/>
              <a:defRPr b="1" sz="4400"/>
            </a:lvl7pPr>
            <a:lvl8pPr lvl="7" rtl="0">
              <a:spcBef>
                <a:spcPts val="0"/>
              </a:spcBef>
              <a:spcAft>
                <a:spcPts val="0"/>
              </a:spcAft>
              <a:buSzPts val="4400"/>
              <a:buNone/>
              <a:defRPr b="1" sz="4400"/>
            </a:lvl8pPr>
            <a:lvl9pPr lvl="8" rtl="0">
              <a:spcBef>
                <a:spcPts val="0"/>
              </a:spcBef>
              <a:spcAft>
                <a:spcPts val="0"/>
              </a:spcAft>
              <a:buSzPts val="4400"/>
              <a:buNone/>
              <a:defRPr b="1" sz="4400"/>
            </a:lvl9pPr>
          </a:lstStyle>
          <a:p/>
        </p:txBody>
      </p:sp>
      <p:sp>
        <p:nvSpPr>
          <p:cNvPr id="28" name="Google Shape;28;p3"/>
          <p:cNvSpPr txBox="1"/>
          <p:nvPr>
            <p:ph idx="1" type="subTitle"/>
          </p:nvPr>
        </p:nvSpPr>
        <p:spPr>
          <a:xfrm>
            <a:off x="1546025" y="3011511"/>
            <a:ext cx="5832600" cy="784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3000"/>
              <a:buNone/>
              <a:defRPr>
                <a:solidFill>
                  <a:schemeClr val="accent3"/>
                </a:solidFill>
              </a:defRPr>
            </a:lvl1pPr>
            <a:lvl2pPr lvl="1" rtl="0">
              <a:spcBef>
                <a:spcPts val="0"/>
              </a:spcBef>
              <a:spcAft>
                <a:spcPts val="0"/>
              </a:spcAft>
              <a:buClr>
                <a:schemeClr val="accent3"/>
              </a:buClr>
              <a:buSzPts val="3000"/>
              <a:buNone/>
              <a:defRPr sz="3000">
                <a:solidFill>
                  <a:schemeClr val="accent3"/>
                </a:solidFill>
              </a:defRPr>
            </a:lvl2pPr>
            <a:lvl3pPr lvl="2" rtl="0">
              <a:spcBef>
                <a:spcPts val="0"/>
              </a:spcBef>
              <a:spcAft>
                <a:spcPts val="0"/>
              </a:spcAft>
              <a:buClr>
                <a:schemeClr val="accent3"/>
              </a:buClr>
              <a:buSzPts val="3000"/>
              <a:buNone/>
              <a:defRPr sz="3000">
                <a:solidFill>
                  <a:schemeClr val="accent3"/>
                </a:solidFill>
              </a:defRPr>
            </a:lvl3pPr>
            <a:lvl4pPr lvl="3" rtl="0">
              <a:spcBef>
                <a:spcPts val="0"/>
              </a:spcBef>
              <a:spcAft>
                <a:spcPts val="0"/>
              </a:spcAft>
              <a:buClr>
                <a:schemeClr val="accent3"/>
              </a:buClr>
              <a:buSzPts val="3000"/>
              <a:buNone/>
              <a:defRPr sz="3000">
                <a:solidFill>
                  <a:schemeClr val="accent3"/>
                </a:solidFill>
              </a:defRPr>
            </a:lvl4pPr>
            <a:lvl5pPr lvl="4" rtl="0">
              <a:spcBef>
                <a:spcPts val="0"/>
              </a:spcBef>
              <a:spcAft>
                <a:spcPts val="0"/>
              </a:spcAft>
              <a:buClr>
                <a:schemeClr val="accent3"/>
              </a:buClr>
              <a:buSzPts val="3000"/>
              <a:buNone/>
              <a:defRPr sz="3000">
                <a:solidFill>
                  <a:schemeClr val="accent3"/>
                </a:solidFill>
              </a:defRPr>
            </a:lvl5pPr>
            <a:lvl6pPr lvl="5" rtl="0">
              <a:spcBef>
                <a:spcPts val="0"/>
              </a:spcBef>
              <a:spcAft>
                <a:spcPts val="0"/>
              </a:spcAft>
              <a:buClr>
                <a:schemeClr val="accent3"/>
              </a:buClr>
              <a:buSzPts val="3000"/>
              <a:buNone/>
              <a:defRPr sz="3000">
                <a:solidFill>
                  <a:schemeClr val="accent3"/>
                </a:solidFill>
              </a:defRPr>
            </a:lvl6pPr>
            <a:lvl7pPr lvl="6" rtl="0">
              <a:spcBef>
                <a:spcPts val="0"/>
              </a:spcBef>
              <a:spcAft>
                <a:spcPts val="0"/>
              </a:spcAft>
              <a:buClr>
                <a:schemeClr val="accent3"/>
              </a:buClr>
              <a:buSzPts val="3000"/>
              <a:buNone/>
              <a:defRPr sz="3000">
                <a:solidFill>
                  <a:schemeClr val="accent3"/>
                </a:solidFill>
              </a:defRPr>
            </a:lvl7pPr>
            <a:lvl8pPr lvl="7" rtl="0">
              <a:spcBef>
                <a:spcPts val="0"/>
              </a:spcBef>
              <a:spcAft>
                <a:spcPts val="0"/>
              </a:spcAft>
              <a:buClr>
                <a:schemeClr val="accent3"/>
              </a:buClr>
              <a:buSzPts val="3000"/>
              <a:buNone/>
              <a:defRPr sz="3000">
                <a:solidFill>
                  <a:schemeClr val="accent3"/>
                </a:solidFill>
              </a:defRPr>
            </a:lvl8pPr>
            <a:lvl9pPr lvl="8" rtl="0">
              <a:spcBef>
                <a:spcPts val="0"/>
              </a:spcBef>
              <a:spcAft>
                <a:spcPts val="0"/>
              </a:spcAft>
              <a:buClr>
                <a:schemeClr val="accent3"/>
              </a:buClr>
              <a:buSzPts val="3000"/>
              <a:buNone/>
              <a:defRPr sz="3000">
                <a:solidFill>
                  <a:schemeClr val="accent3"/>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9"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b="0" l="19" r="19" t="0"/>
          <a:stretch/>
        </p:blipFill>
        <p:spPr>
          <a:xfrm flipH="1" rot="10800000">
            <a:off x="5952" y="0"/>
            <a:ext cx="9140602" cy="5143500"/>
          </a:xfrm>
          <a:prstGeom prst="rect">
            <a:avLst/>
          </a:prstGeom>
          <a:noFill/>
          <a:ln>
            <a:noFill/>
          </a:ln>
        </p:spPr>
      </p:pic>
      <p:sp>
        <p:nvSpPr>
          <p:cNvPr id="31" name="Google Shape;31;p4"/>
          <p:cNvSpPr txBox="1"/>
          <p:nvPr>
            <p:ph idx="1" type="body"/>
          </p:nvPr>
        </p:nvSpPr>
        <p:spPr>
          <a:xfrm>
            <a:off x="1215300" y="1723650"/>
            <a:ext cx="6713400" cy="819900"/>
          </a:xfrm>
          <a:prstGeom prst="rect">
            <a:avLst/>
          </a:prstGeom>
        </p:spPr>
        <p:txBody>
          <a:bodyPr anchorCtr="0" anchor="t" bIns="91425" lIns="91425" spcFirstLastPara="1" rIns="91425" wrap="square" tIns="91425">
            <a:noAutofit/>
          </a:bodyPr>
          <a:lstStyle>
            <a:lvl1pPr indent="-457200" lvl="0" marL="457200" rtl="0" algn="ctr">
              <a:spcBef>
                <a:spcPts val="600"/>
              </a:spcBef>
              <a:spcAft>
                <a:spcPts val="0"/>
              </a:spcAft>
              <a:buClr>
                <a:schemeClr val="dk1"/>
              </a:buClr>
              <a:buSzPts val="3600"/>
              <a:buChar char="◎"/>
              <a:defRPr i="1" sz="3600"/>
            </a:lvl1pPr>
            <a:lvl2pPr indent="-457200" lvl="1" marL="914400" rtl="0" algn="ctr">
              <a:spcBef>
                <a:spcPts val="0"/>
              </a:spcBef>
              <a:spcAft>
                <a:spcPts val="0"/>
              </a:spcAft>
              <a:buClr>
                <a:schemeClr val="dk1"/>
              </a:buClr>
              <a:buSzPts val="3600"/>
              <a:buChar char="○"/>
              <a:defRPr i="1" sz="3600"/>
            </a:lvl2pPr>
            <a:lvl3pPr indent="-457200" lvl="2" marL="1371600" rtl="0" algn="ctr">
              <a:spcBef>
                <a:spcPts val="0"/>
              </a:spcBef>
              <a:spcAft>
                <a:spcPts val="0"/>
              </a:spcAft>
              <a:buClr>
                <a:schemeClr val="dk1"/>
              </a:buClr>
              <a:buSzPts val="3600"/>
              <a:buChar char="◉"/>
              <a:defRPr i="1" sz="3600"/>
            </a:lvl3pPr>
            <a:lvl4pPr indent="-457200" lvl="3" marL="1828800" rtl="0" algn="ctr">
              <a:spcBef>
                <a:spcPts val="0"/>
              </a:spcBef>
              <a:spcAft>
                <a:spcPts val="0"/>
              </a:spcAft>
              <a:buSzPts val="3600"/>
              <a:buChar char="●"/>
              <a:defRPr i="1" sz="3600"/>
            </a:lvl4pPr>
            <a:lvl5pPr indent="-457200" lvl="4" marL="2286000" rtl="0" algn="ctr">
              <a:spcBef>
                <a:spcPts val="0"/>
              </a:spcBef>
              <a:spcAft>
                <a:spcPts val="0"/>
              </a:spcAft>
              <a:buSzPts val="3600"/>
              <a:buChar char="○"/>
              <a:defRPr i="1" sz="3600"/>
            </a:lvl5pPr>
            <a:lvl6pPr indent="-457200" lvl="5" marL="2743200" rtl="0" algn="ctr">
              <a:spcBef>
                <a:spcPts val="0"/>
              </a:spcBef>
              <a:spcAft>
                <a:spcPts val="0"/>
              </a:spcAft>
              <a:buSzPts val="3600"/>
              <a:buChar char="■"/>
              <a:defRPr i="1" sz="3600"/>
            </a:lvl6pPr>
            <a:lvl7pPr indent="-457200" lvl="6" marL="3200400" rtl="0" algn="ctr">
              <a:spcBef>
                <a:spcPts val="0"/>
              </a:spcBef>
              <a:spcAft>
                <a:spcPts val="0"/>
              </a:spcAft>
              <a:buSzPts val="3600"/>
              <a:buChar char="●"/>
              <a:defRPr i="1" sz="3600"/>
            </a:lvl7pPr>
            <a:lvl8pPr indent="-457200" lvl="7" marL="3657600" rtl="0" algn="ctr">
              <a:spcBef>
                <a:spcPts val="0"/>
              </a:spcBef>
              <a:spcAft>
                <a:spcPts val="0"/>
              </a:spcAft>
              <a:buSzPts val="3600"/>
              <a:buChar char="○"/>
              <a:defRPr i="1" sz="3600"/>
            </a:lvl8pPr>
            <a:lvl9pPr indent="-457200" lvl="8" marL="4114800" algn="ctr">
              <a:spcBef>
                <a:spcPts val="0"/>
              </a:spcBef>
              <a:spcAft>
                <a:spcPts val="0"/>
              </a:spcAft>
              <a:buSzPts val="3600"/>
              <a:buChar char="■"/>
              <a:defRPr i="1" sz="3600"/>
            </a:lvl9pPr>
          </a:lstStyle>
          <a:p/>
        </p:txBody>
      </p:sp>
      <p:grpSp>
        <p:nvGrpSpPr>
          <p:cNvPr id="32" name="Google Shape;32;p4"/>
          <p:cNvGrpSpPr/>
          <p:nvPr/>
        </p:nvGrpSpPr>
        <p:grpSpPr>
          <a:xfrm>
            <a:off x="3839646" y="782918"/>
            <a:ext cx="1464573" cy="842707"/>
            <a:chOff x="3593400" y="1729675"/>
            <a:chExt cx="1957200" cy="1123610"/>
          </a:xfrm>
        </p:grpSpPr>
        <p:sp>
          <p:nvSpPr>
            <p:cNvPr id="33" name="Google Shape;33;p4"/>
            <p:cNvSpPr txBox="1"/>
            <p:nvPr/>
          </p:nvSpPr>
          <p:spPr>
            <a:xfrm>
              <a:off x="3593400" y="1729675"/>
              <a:ext cx="1957200" cy="8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6000">
                  <a:solidFill>
                    <a:schemeClr val="accent1"/>
                  </a:solidFill>
                  <a:latin typeface="Source Sans Pro"/>
                  <a:ea typeface="Source Sans Pro"/>
                  <a:cs typeface="Source Sans Pro"/>
                  <a:sym typeface="Source Sans Pro"/>
                </a:rPr>
                <a:t>“</a:t>
              </a:r>
              <a:endParaRPr b="1" sz="6000">
                <a:solidFill>
                  <a:schemeClr val="accent1"/>
                </a:solidFill>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cap="flat" cmpd="sng" w="9525">
              <a:solidFill>
                <a:srgbClr val="CFD8D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4190700" y="1925385"/>
              <a:ext cx="762600" cy="762600"/>
            </a:xfrm>
            <a:prstGeom prst="ellipse">
              <a:avLst/>
            </a:prstGeom>
            <a:noFill/>
            <a:ln cap="flat" cmpd="sng" w="19050">
              <a:solidFill>
                <a:srgbClr val="CFD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 name="Google Shape;36;p4"/>
          <p:cNvCxnSpPr>
            <a:endCxn id="34" idx="1"/>
          </p:cNvCxnSpPr>
          <p:nvPr/>
        </p:nvCxnSpPr>
        <p:spPr>
          <a:xfrm>
            <a:off x="3750511" y="390297"/>
            <a:ext cx="532200" cy="535500"/>
          </a:xfrm>
          <a:prstGeom prst="straightConnector1">
            <a:avLst/>
          </a:prstGeom>
          <a:noFill/>
          <a:ln cap="flat" cmpd="sng" w="9525">
            <a:solidFill>
              <a:srgbClr val="CFD8DC"/>
            </a:solidFill>
            <a:prstDash val="solid"/>
            <a:round/>
            <a:headEnd len="med" w="med" type="none"/>
            <a:tailEnd len="med" w="med" type="none"/>
          </a:ln>
        </p:spPr>
      </p:cxnSp>
      <p:cxnSp>
        <p:nvCxnSpPr>
          <p:cNvPr id="37" name="Google Shape;37;p4"/>
          <p:cNvCxnSpPr/>
          <p:nvPr/>
        </p:nvCxnSpPr>
        <p:spPr>
          <a:xfrm rot="10800000">
            <a:off x="4362902" y="436125"/>
            <a:ext cx="209100" cy="369600"/>
          </a:xfrm>
          <a:prstGeom prst="straightConnector1">
            <a:avLst/>
          </a:prstGeom>
          <a:noFill/>
          <a:ln cap="flat" cmpd="sng" w="9525">
            <a:solidFill>
              <a:srgbClr val="CFD8DC"/>
            </a:solidFill>
            <a:prstDash val="solid"/>
            <a:round/>
            <a:headEnd len="med" w="med" type="none"/>
            <a:tailEnd len="med" w="med" type="none"/>
          </a:ln>
        </p:spPr>
      </p:cxnSp>
      <p:cxnSp>
        <p:nvCxnSpPr>
          <p:cNvPr id="38" name="Google Shape;38;p4"/>
          <p:cNvCxnSpPr/>
          <p:nvPr/>
        </p:nvCxnSpPr>
        <p:spPr>
          <a:xfrm flipH="1" rot="10800000">
            <a:off x="4704510" y="351930"/>
            <a:ext cx="347100" cy="474600"/>
          </a:xfrm>
          <a:prstGeom prst="straightConnector1">
            <a:avLst/>
          </a:prstGeom>
          <a:noFill/>
          <a:ln cap="flat" cmpd="sng" w="9525">
            <a:solidFill>
              <a:srgbClr val="CFD8DC"/>
            </a:solidFill>
            <a:prstDash val="solid"/>
            <a:round/>
            <a:headEnd len="med" w="med" type="none"/>
            <a:tailEnd len="med" w="med" type="none"/>
          </a:ln>
        </p:spPr>
      </p:cxnSp>
      <p:sp>
        <p:nvSpPr>
          <p:cNvPr id="39" name="Google Shape;39;p4"/>
          <p:cNvSpPr txBox="1"/>
          <p:nvPr>
            <p:ph idx="12" type="sldNum"/>
          </p:nvPr>
        </p:nvSpPr>
        <p:spPr>
          <a:xfrm>
            <a:off x="-87" y="4749844"/>
            <a:ext cx="9144000" cy="3936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40" name="Shape 40"/>
        <p:cNvGrpSpPr/>
        <p:nvPr/>
      </p:nvGrpSpPr>
      <p:grpSpPr>
        <a:xfrm>
          <a:off x="0" y="0"/>
          <a:ext cx="0" cy="0"/>
          <a:chOff x="0" y="0"/>
          <a:chExt cx="0" cy="0"/>
        </a:xfrm>
      </p:grpSpPr>
      <p:sp>
        <p:nvSpPr>
          <p:cNvPr id="41" name="Google Shape;41;p5"/>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2" name="Google Shape;42;p5"/>
          <p:cNvSpPr txBox="1"/>
          <p:nvPr>
            <p:ph idx="1" type="body"/>
          </p:nvPr>
        </p:nvSpPr>
        <p:spPr>
          <a:xfrm>
            <a:off x="786150" y="1261700"/>
            <a:ext cx="7571700" cy="35736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sz="2400"/>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43" name="Google Shape;43;p5"/>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4" name="Shape 44"/>
        <p:cNvGrpSpPr/>
        <p:nvPr/>
      </p:nvGrpSpPr>
      <p:grpSpPr>
        <a:xfrm>
          <a:off x="0" y="0"/>
          <a:ext cx="0" cy="0"/>
          <a:chOff x="0" y="0"/>
          <a:chExt cx="0" cy="0"/>
        </a:xfrm>
      </p:grpSpPr>
      <p:sp>
        <p:nvSpPr>
          <p:cNvPr id="45" name="Google Shape;45;p6"/>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6" name="Google Shape;46;p6"/>
          <p:cNvSpPr txBox="1"/>
          <p:nvPr>
            <p:ph idx="1" type="body"/>
          </p:nvPr>
        </p:nvSpPr>
        <p:spPr>
          <a:xfrm>
            <a:off x="786137" y="1200150"/>
            <a:ext cx="3675300" cy="372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47" name="Google Shape;47;p6"/>
          <p:cNvSpPr txBox="1"/>
          <p:nvPr>
            <p:ph idx="2" type="body"/>
          </p:nvPr>
        </p:nvSpPr>
        <p:spPr>
          <a:xfrm>
            <a:off x="4682659" y="1200150"/>
            <a:ext cx="3675300" cy="372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48" name="Google Shape;48;p6"/>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9" name="Shape 49"/>
        <p:cNvGrpSpPr/>
        <p:nvPr/>
      </p:nvGrpSpPr>
      <p:grpSpPr>
        <a:xfrm>
          <a:off x="0" y="0"/>
          <a:ext cx="0" cy="0"/>
          <a:chOff x="0" y="0"/>
          <a:chExt cx="0" cy="0"/>
        </a:xfrm>
      </p:grpSpPr>
      <p:sp>
        <p:nvSpPr>
          <p:cNvPr id="50" name="Google Shape;50;p7"/>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51" name="Google Shape;51;p7"/>
          <p:cNvSpPr txBox="1"/>
          <p:nvPr>
            <p:ph idx="1" type="body"/>
          </p:nvPr>
        </p:nvSpPr>
        <p:spPr>
          <a:xfrm>
            <a:off x="786150" y="1200150"/>
            <a:ext cx="2419800" cy="3725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 name="Google Shape;52;p7"/>
          <p:cNvSpPr txBox="1"/>
          <p:nvPr>
            <p:ph idx="2" type="body"/>
          </p:nvPr>
        </p:nvSpPr>
        <p:spPr>
          <a:xfrm>
            <a:off x="3329992" y="1200150"/>
            <a:ext cx="2419800" cy="3725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 name="Google Shape;53;p7"/>
          <p:cNvSpPr txBox="1"/>
          <p:nvPr>
            <p:ph idx="3" type="body"/>
          </p:nvPr>
        </p:nvSpPr>
        <p:spPr>
          <a:xfrm>
            <a:off x="5873834" y="1200150"/>
            <a:ext cx="2419800" cy="3725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 name="Google Shape;54;p7"/>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7" name="Google Shape;57;p8"/>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58" name="Shape 58"/>
        <p:cNvGrpSpPr/>
        <p:nvPr/>
      </p:nvGrpSpPr>
      <p:grpSpPr>
        <a:xfrm>
          <a:off x="0" y="0"/>
          <a:ext cx="0" cy="0"/>
          <a:chOff x="0" y="0"/>
          <a:chExt cx="0" cy="0"/>
        </a:xfrm>
      </p:grpSpPr>
      <p:sp>
        <p:nvSpPr>
          <p:cNvPr id="59" name="Google Shape;59;p9"/>
          <p:cNvSpPr txBox="1"/>
          <p:nvPr>
            <p:ph idx="1" type="body"/>
          </p:nvPr>
        </p:nvSpPr>
        <p:spPr>
          <a:xfrm>
            <a:off x="457200" y="4055343"/>
            <a:ext cx="8229600" cy="3687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60" name="Google Shape;60;p9"/>
          <p:cNvSpPr txBox="1"/>
          <p:nvPr>
            <p:ph idx="12" type="sldNum"/>
          </p:nvPr>
        </p:nvSpPr>
        <p:spPr>
          <a:xfrm>
            <a:off x="-92" y="4749844"/>
            <a:ext cx="9144000" cy="3936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10"/>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mplete pattern">
  <p:cSld name="BLANK_1">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11"/>
          <p:cNvSpPr/>
          <p:nvPr/>
        </p:nvSpPr>
        <p:spPr>
          <a:xfrm>
            <a:off x="-26550" y="-14850"/>
            <a:ext cx="9197100" cy="5173200"/>
          </a:xfrm>
          <a:prstGeom prst="rect">
            <a:avLst/>
          </a:prstGeom>
          <a:solidFill>
            <a:srgbClr val="CFD8DC">
              <a:alpha val="49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p:txBody>
      </p:sp>
      <p:sp>
        <p:nvSpPr>
          <p:cNvPr id="7" name="Google Shape;7;p1"/>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indent="-381000" lvl="1" marL="9144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indent="-381000" lvl="2" marL="13716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indent="-342900" lvl="3" marL="1828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indent="-342900" lvl="4" marL="22860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indent="-342900" lvl="5" marL="27432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indent="-342900" lvl="6" marL="32004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indent="-342900" lvl="7" marL="36576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indent="-342900" lvl="8" marL="4114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lvl="0" algn="r">
              <a:buNone/>
              <a:defRPr b="1" sz="1300">
                <a:solidFill>
                  <a:schemeClr val="accent1"/>
                </a:solidFill>
                <a:latin typeface="Source Sans Pro"/>
                <a:ea typeface="Source Sans Pro"/>
                <a:cs typeface="Source Sans Pro"/>
                <a:sym typeface="Source Sans Pro"/>
              </a:defRPr>
            </a:lvl1pPr>
            <a:lvl2pPr lvl="1" algn="r">
              <a:buNone/>
              <a:defRPr b="1" sz="1300">
                <a:solidFill>
                  <a:schemeClr val="accent1"/>
                </a:solidFill>
                <a:latin typeface="Source Sans Pro"/>
                <a:ea typeface="Source Sans Pro"/>
                <a:cs typeface="Source Sans Pro"/>
                <a:sym typeface="Source Sans Pro"/>
              </a:defRPr>
            </a:lvl2pPr>
            <a:lvl3pPr lvl="2" algn="r">
              <a:buNone/>
              <a:defRPr b="1" sz="1300">
                <a:solidFill>
                  <a:schemeClr val="accent1"/>
                </a:solidFill>
                <a:latin typeface="Source Sans Pro"/>
                <a:ea typeface="Source Sans Pro"/>
                <a:cs typeface="Source Sans Pro"/>
                <a:sym typeface="Source Sans Pro"/>
              </a:defRPr>
            </a:lvl3pPr>
            <a:lvl4pPr lvl="3" algn="r">
              <a:buNone/>
              <a:defRPr b="1" sz="1300">
                <a:solidFill>
                  <a:schemeClr val="accent1"/>
                </a:solidFill>
                <a:latin typeface="Source Sans Pro"/>
                <a:ea typeface="Source Sans Pro"/>
                <a:cs typeface="Source Sans Pro"/>
                <a:sym typeface="Source Sans Pro"/>
              </a:defRPr>
            </a:lvl4pPr>
            <a:lvl5pPr lvl="4" algn="r">
              <a:buNone/>
              <a:defRPr b="1" sz="1300">
                <a:solidFill>
                  <a:schemeClr val="accent1"/>
                </a:solidFill>
                <a:latin typeface="Source Sans Pro"/>
                <a:ea typeface="Source Sans Pro"/>
                <a:cs typeface="Source Sans Pro"/>
                <a:sym typeface="Source Sans Pro"/>
              </a:defRPr>
            </a:lvl5pPr>
            <a:lvl6pPr lvl="5" algn="r">
              <a:buNone/>
              <a:defRPr b="1" sz="1300">
                <a:solidFill>
                  <a:schemeClr val="accent1"/>
                </a:solidFill>
                <a:latin typeface="Source Sans Pro"/>
                <a:ea typeface="Source Sans Pro"/>
                <a:cs typeface="Source Sans Pro"/>
                <a:sym typeface="Source Sans Pro"/>
              </a:defRPr>
            </a:lvl6pPr>
            <a:lvl7pPr lvl="6" algn="r">
              <a:buNone/>
              <a:defRPr b="1" sz="1300">
                <a:solidFill>
                  <a:schemeClr val="accent1"/>
                </a:solidFill>
                <a:latin typeface="Source Sans Pro"/>
                <a:ea typeface="Source Sans Pro"/>
                <a:cs typeface="Source Sans Pro"/>
                <a:sym typeface="Source Sans Pro"/>
              </a:defRPr>
            </a:lvl7pPr>
            <a:lvl8pPr lvl="7" algn="r">
              <a:buNone/>
              <a:defRPr b="1" sz="1300">
                <a:solidFill>
                  <a:schemeClr val="accent1"/>
                </a:solidFill>
                <a:latin typeface="Source Sans Pro"/>
                <a:ea typeface="Source Sans Pro"/>
                <a:cs typeface="Source Sans Pro"/>
                <a:sym typeface="Source Sans Pro"/>
              </a:defRPr>
            </a:lvl8pPr>
            <a:lvl9pPr lvl="8" algn="r">
              <a:buNone/>
              <a:defRPr b="1" sz="1300">
                <a:solidFill>
                  <a:schemeClr val="accen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www.php.net/manual/es/indexes.functions.ph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www.php.net/manual/es/install.pecl.php" TargetMode="External"/><Relationship Id="rId4" Type="http://schemas.openxmlformats.org/officeDocument/2006/relationships/hyperlink" Target="https://pear.php.net/manual/en/installation.ph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ctrTitle"/>
          </p:nvPr>
        </p:nvSpPr>
        <p:spPr>
          <a:xfrm>
            <a:off x="1824960" y="1173900"/>
            <a:ext cx="5807400" cy="115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PHP LENGOAIA</a:t>
            </a:r>
            <a:endParaRPr/>
          </a:p>
        </p:txBody>
      </p:sp>
      <p:sp>
        <p:nvSpPr>
          <p:cNvPr id="71" name="Google Shape;71;p12"/>
          <p:cNvSpPr txBox="1"/>
          <p:nvPr>
            <p:ph idx="4294967295" type="subTitle"/>
          </p:nvPr>
        </p:nvSpPr>
        <p:spPr>
          <a:xfrm>
            <a:off x="2020350" y="2179350"/>
            <a:ext cx="5295900" cy="78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3600"/>
              <a:t>2. UNITATEA - FUNTZIOAK</a:t>
            </a:r>
            <a:endParaRPr b="1" sz="3600"/>
          </a:p>
        </p:txBody>
      </p:sp>
      <p:sp>
        <p:nvSpPr>
          <p:cNvPr id="72" name="Google Shape;72;p12"/>
          <p:cNvSpPr txBox="1"/>
          <p:nvPr>
            <p:ph idx="4294967295" type="body"/>
          </p:nvPr>
        </p:nvSpPr>
        <p:spPr>
          <a:xfrm>
            <a:off x="207975" y="3983700"/>
            <a:ext cx="5295900" cy="115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600">
                <a:solidFill>
                  <a:schemeClr val="accent2"/>
                </a:solidFill>
              </a:rPr>
              <a:t>Web garapena zerbitzari-ingurunean</a:t>
            </a:r>
            <a:endParaRPr sz="2600">
              <a:solidFill>
                <a:schemeClr val="accent2"/>
              </a:solidFill>
            </a:endParaRPr>
          </a:p>
          <a:p>
            <a:pPr indent="0" lvl="0" marL="0" rtl="0" algn="l">
              <a:spcBef>
                <a:spcPts val="600"/>
              </a:spcBef>
              <a:spcAft>
                <a:spcPts val="0"/>
              </a:spcAft>
              <a:buNone/>
            </a:pPr>
            <a:r>
              <a:rPr lang="en" sz="2600"/>
              <a:t>Txurdinaga 2024-25</a:t>
            </a:r>
            <a:endParaRPr sz="2600"/>
          </a:p>
          <a:p>
            <a:pPr indent="0" lvl="0" marL="0" rtl="0" algn="l">
              <a:spcBef>
                <a:spcPts val="600"/>
              </a:spcBef>
              <a:spcAft>
                <a:spcPts val="0"/>
              </a:spcAft>
              <a:buNone/>
            </a:pPr>
            <a:r>
              <a:t/>
            </a:r>
            <a:endParaRPr sz="2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ctrTitle"/>
          </p:nvPr>
        </p:nvSpPr>
        <p:spPr>
          <a:xfrm>
            <a:off x="1546025" y="1754794"/>
            <a:ext cx="5832600" cy="115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000">
                <a:solidFill>
                  <a:schemeClr val="accent4"/>
                </a:solidFill>
              </a:rPr>
              <a:t>2</a:t>
            </a:r>
            <a:r>
              <a:rPr lang="en" sz="6000">
                <a:solidFill>
                  <a:schemeClr val="accent4"/>
                </a:solidFill>
              </a:rPr>
              <a:t>.</a:t>
            </a:r>
            <a:endParaRPr sz="6000">
              <a:solidFill>
                <a:schemeClr val="accent4"/>
              </a:solidFill>
            </a:endParaRPr>
          </a:p>
          <a:p>
            <a:pPr indent="0" lvl="0" marL="0" rtl="0" algn="l">
              <a:spcBef>
                <a:spcPts val="0"/>
              </a:spcBef>
              <a:spcAft>
                <a:spcPts val="0"/>
              </a:spcAft>
              <a:buNone/>
            </a:pPr>
            <a:r>
              <a:rPr lang="en"/>
              <a:t>Web programazioa PHPrekin</a:t>
            </a:r>
            <a:endParaRPr/>
          </a:p>
        </p:txBody>
      </p:sp>
      <p:sp>
        <p:nvSpPr>
          <p:cNvPr id="78" name="Google Shape;78;p13"/>
          <p:cNvSpPr txBox="1"/>
          <p:nvPr>
            <p:ph idx="4294967295"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3"/>
          <p:cNvSpPr txBox="1"/>
          <p:nvPr>
            <p:ph type="ctrTitle"/>
          </p:nvPr>
        </p:nvSpPr>
        <p:spPr>
          <a:xfrm>
            <a:off x="1546025" y="3333023"/>
            <a:ext cx="5832600" cy="780900"/>
          </a:xfrm>
          <a:prstGeom prst="rect">
            <a:avLst/>
          </a:prstGeom>
        </p:spPr>
        <p:txBody>
          <a:bodyPr anchorCtr="0" anchor="b" bIns="91425" lIns="91425" spcFirstLastPara="1" rIns="91425" wrap="square" tIns="91425">
            <a:noAutofit/>
          </a:bodyPr>
          <a:lstStyle/>
          <a:p>
            <a:pPr indent="-419100" lvl="0" marL="457200" rtl="0" algn="l">
              <a:spcBef>
                <a:spcPts val="0"/>
              </a:spcBef>
              <a:spcAft>
                <a:spcPts val="0"/>
              </a:spcAft>
              <a:buClr>
                <a:schemeClr val="accent3"/>
              </a:buClr>
              <a:buSzPts val="3000"/>
              <a:buChar char="-"/>
            </a:pPr>
            <a:r>
              <a:rPr b="0" lang="en" sz="3000">
                <a:solidFill>
                  <a:schemeClr val="accent3"/>
                </a:solidFill>
              </a:rPr>
              <a:t>Funtzioak</a:t>
            </a:r>
            <a:endParaRPr b="0" sz="3000">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Funtzioak modu independentean egiten diren ekintzak dira; eragiketa horren bidez, kodea trinkoagoa, irakurgarriagoa eta arazteko errazagoa da. </a:t>
            </a:r>
            <a:endParaRPr sz="2100"/>
          </a:p>
          <a:p>
            <a:pPr indent="0" lvl="0" marL="0" rtl="0" algn="l">
              <a:lnSpc>
                <a:spcPct val="130000"/>
              </a:lnSpc>
              <a:spcBef>
                <a:spcPts val="600"/>
              </a:spcBef>
              <a:spcAft>
                <a:spcPts val="0"/>
              </a:spcAft>
              <a:buNone/>
            </a:pPr>
            <a:r>
              <a:rPr lang="en" sz="2100"/>
              <a:t>Bi mota daude, </a:t>
            </a:r>
            <a:r>
              <a:rPr b="1" lang="en" sz="2100">
                <a:solidFill>
                  <a:schemeClr val="accent1"/>
                </a:solidFill>
              </a:rPr>
              <a:t>kanpokoak </a:t>
            </a:r>
            <a:r>
              <a:rPr lang="en" sz="2100"/>
              <a:t>eta </a:t>
            </a:r>
            <a:r>
              <a:rPr b="1" lang="en" sz="2100">
                <a:solidFill>
                  <a:schemeClr val="accent1"/>
                </a:solidFill>
              </a:rPr>
              <a:t>barnekoak</a:t>
            </a:r>
            <a:r>
              <a:rPr lang="en" sz="2100"/>
              <a:t>, hau da, script-ean sartzen ez direnak baina kanpoko artxibo batean eskuragarri daudenak eta script-ean sartzen direnak.</a:t>
            </a:r>
            <a:endParaRPr sz="2100"/>
          </a:p>
          <a:p>
            <a:pPr indent="0" lvl="0" marL="0" rtl="0" algn="l">
              <a:lnSpc>
                <a:spcPct val="130000"/>
              </a:lnSpc>
              <a:spcBef>
                <a:spcPts val="600"/>
              </a:spcBef>
              <a:spcAft>
                <a:spcPts val="0"/>
              </a:spcAft>
              <a:buNone/>
            </a:pPr>
            <a:r>
              <a:rPr lang="en" sz="2100"/>
              <a:t>Hauei ezker beraz, kodea errezago irakurriko da, agindu berdinak ez ditugu behin eta berriro errepikatu behar izango etab…</a:t>
            </a:r>
            <a:endParaRPr sz="2100"/>
          </a:p>
          <a:p>
            <a:pPr indent="0" lvl="0" marL="0" rtl="0" algn="l">
              <a:spcBef>
                <a:spcPts val="600"/>
              </a:spcBef>
              <a:spcAft>
                <a:spcPts val="0"/>
              </a:spcAft>
              <a:buNone/>
            </a:pPr>
            <a:r>
              <a:t/>
            </a:r>
            <a:endParaRPr sz="2000"/>
          </a:p>
        </p:txBody>
      </p:sp>
      <p:sp>
        <p:nvSpPr>
          <p:cNvPr id="85" name="Google Shape;85;p14"/>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4"/>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Zer da funtzio bat?</a:t>
            </a:r>
            <a:endParaRPr sz="2600">
              <a:solidFill>
                <a:srgbClr val="07376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5"/>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361950" lvl="0" marL="457200" rtl="0" algn="l">
              <a:lnSpc>
                <a:spcPct val="130000"/>
              </a:lnSpc>
              <a:spcBef>
                <a:spcPts val="600"/>
              </a:spcBef>
              <a:spcAft>
                <a:spcPts val="0"/>
              </a:spcAft>
              <a:buSzPts val="2100"/>
              <a:buChar char="◎"/>
            </a:pPr>
            <a:r>
              <a:rPr lang="en" sz="2100">
                <a:solidFill>
                  <a:schemeClr val="accent1"/>
                </a:solidFill>
              </a:rPr>
              <a:t>Hizkuntzaren jatorrizkoak:</a:t>
            </a:r>
            <a:r>
              <a:rPr lang="en" sz="2100"/>
              <a:t> PHPrekin zuzenean sartzen direnak.</a:t>
            </a:r>
            <a:endParaRPr sz="2100"/>
          </a:p>
          <a:p>
            <a:pPr indent="0" lvl="0" marL="457200" rtl="0" algn="l">
              <a:lnSpc>
                <a:spcPct val="130000"/>
              </a:lnSpc>
              <a:spcBef>
                <a:spcPts val="600"/>
              </a:spcBef>
              <a:spcAft>
                <a:spcPts val="0"/>
              </a:spcAft>
              <a:buNone/>
            </a:pPr>
            <a:r>
              <a:t/>
            </a:r>
            <a:endParaRPr sz="2100"/>
          </a:p>
          <a:p>
            <a:pPr indent="-361950" lvl="0" marL="457200" rtl="0" algn="l">
              <a:lnSpc>
                <a:spcPct val="130000"/>
              </a:lnSpc>
              <a:spcBef>
                <a:spcPts val="600"/>
              </a:spcBef>
              <a:spcAft>
                <a:spcPts val="0"/>
              </a:spcAft>
              <a:buSzPts val="2100"/>
              <a:buChar char="◎"/>
            </a:pPr>
            <a:r>
              <a:rPr lang="en" sz="2100">
                <a:solidFill>
                  <a:schemeClr val="accent1"/>
                </a:solidFill>
              </a:rPr>
              <a:t>Hizkuntzaren hedadura:</a:t>
            </a:r>
            <a:r>
              <a:rPr lang="en" sz="2100"/>
              <a:t> PHPtik kanpoko liburutegietan daude, eta, beraz, berariaz instalatu behar dira.</a:t>
            </a:r>
            <a:endParaRPr sz="2100"/>
          </a:p>
          <a:p>
            <a:pPr indent="0" lvl="0" marL="457200" rtl="0" algn="l">
              <a:lnSpc>
                <a:spcPct val="130000"/>
              </a:lnSpc>
              <a:spcBef>
                <a:spcPts val="600"/>
              </a:spcBef>
              <a:spcAft>
                <a:spcPts val="0"/>
              </a:spcAft>
              <a:buNone/>
            </a:pPr>
            <a:r>
              <a:t/>
            </a:r>
            <a:endParaRPr sz="2100"/>
          </a:p>
          <a:p>
            <a:pPr indent="-361950" lvl="0" marL="457200" rtl="0" algn="l">
              <a:lnSpc>
                <a:spcPct val="130000"/>
              </a:lnSpc>
              <a:spcBef>
                <a:spcPts val="600"/>
              </a:spcBef>
              <a:spcAft>
                <a:spcPts val="0"/>
              </a:spcAft>
              <a:buSzPts val="2100"/>
              <a:buChar char="◎"/>
            </a:pPr>
            <a:r>
              <a:rPr lang="en" sz="2100">
                <a:solidFill>
                  <a:schemeClr val="accent1"/>
                </a:solidFill>
              </a:rPr>
              <a:t>Erabiltzaileak definituak:</a:t>
            </a:r>
            <a:r>
              <a:rPr lang="en" sz="2100"/>
              <a:t> erabiltzaileak berak sortzen dituenak bere kodea idazterakoan.</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92" name="Google Shape;92;p15"/>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3" name="Google Shape;93;p15"/>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 motak</a:t>
            </a:r>
            <a:endParaRPr sz="2600">
              <a:solidFill>
                <a:srgbClr val="0737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PHPren banaketarekin, hainbat luzapen gehitu egiten dira, baina izan daiteke funtzionatzeko prest egotea, hau da “habilitatutik” ez egotea. Horiek aktibatzeko php.ini fitxategian egin beharko da.</a:t>
            </a:r>
            <a:endParaRPr sz="2100"/>
          </a:p>
          <a:p>
            <a:pPr indent="0" lvl="0" marL="0" rtl="0" algn="l">
              <a:lnSpc>
                <a:spcPct val="130000"/>
              </a:lnSpc>
              <a:spcBef>
                <a:spcPts val="600"/>
              </a:spcBef>
              <a:spcAft>
                <a:spcPts val="0"/>
              </a:spcAft>
              <a:buNone/>
            </a:pPr>
            <a:r>
              <a:rPr lang="en" sz="2100"/>
              <a:t>Hurrengo estekan dituzue PHPk barnean dituen funtzioen zerrenda:</a:t>
            </a:r>
            <a:endParaRPr sz="2100"/>
          </a:p>
          <a:p>
            <a:pPr indent="0" lvl="0" marL="0" rtl="0" algn="l">
              <a:lnSpc>
                <a:spcPct val="130000"/>
              </a:lnSpc>
              <a:spcBef>
                <a:spcPts val="600"/>
              </a:spcBef>
              <a:spcAft>
                <a:spcPts val="0"/>
              </a:spcAft>
              <a:buNone/>
            </a:pPr>
            <a:r>
              <a:rPr lang="en" sz="2100" u="sng">
                <a:solidFill>
                  <a:schemeClr val="hlink"/>
                </a:solidFill>
                <a:hlinkClick r:id="rId3"/>
              </a:rPr>
              <a:t>https://www.php.net/manual/es/indexes.functions.php</a:t>
            </a:r>
            <a:r>
              <a:rPr lang="en" sz="2100"/>
              <a:t>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99" name="Google Shape;99;p16"/>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 name="Google Shape;100;p16"/>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Hizkuntzaren jatorrizkoak</a:t>
            </a:r>
            <a:endParaRPr sz="2600">
              <a:solidFill>
                <a:srgbClr val="07376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PHP lengoaiarako luzapenak lortzeko PECL erabil dezakezu.</a:t>
            </a:r>
            <a:endParaRPr sz="2100"/>
          </a:p>
          <a:p>
            <a:pPr indent="0" lvl="0" marL="0" rtl="0" algn="l">
              <a:lnSpc>
                <a:spcPct val="130000"/>
              </a:lnSpc>
              <a:spcBef>
                <a:spcPts val="600"/>
              </a:spcBef>
              <a:spcAft>
                <a:spcPts val="0"/>
              </a:spcAft>
              <a:buNone/>
            </a:pPr>
            <a:r>
              <a:rPr lang="en" sz="2100"/>
              <a:t>PECL PHP-rako luzapenen biltegi bat da. PHPrekin batera, </a:t>
            </a:r>
            <a:r>
              <a:rPr lang="en" sz="2100"/>
              <a:t>pecl </a:t>
            </a:r>
            <a:r>
              <a:rPr lang="en" sz="2100"/>
              <a:t>komando bat ere badago luzapenak instalatzeko erabil dezakezuna</a:t>
            </a:r>
            <a:endParaRPr sz="2100"/>
          </a:p>
          <a:p>
            <a:pPr indent="0" lvl="0" marL="0" rtl="0" algn="l">
              <a:lnSpc>
                <a:spcPct val="130000"/>
              </a:lnSpc>
              <a:spcBef>
                <a:spcPts val="600"/>
              </a:spcBef>
              <a:spcAft>
                <a:spcPts val="0"/>
              </a:spcAft>
              <a:buNone/>
            </a:pPr>
            <a:r>
              <a:rPr lang="en" sz="2100"/>
              <a:t>Hurrengo esteketan duzuez pausu guztiak PECLren instalazioari buruzkoa:</a:t>
            </a:r>
            <a:endParaRPr sz="2100"/>
          </a:p>
          <a:p>
            <a:pPr indent="0" lvl="0" marL="0" rtl="0" algn="l">
              <a:lnSpc>
                <a:spcPct val="130000"/>
              </a:lnSpc>
              <a:spcBef>
                <a:spcPts val="600"/>
              </a:spcBef>
              <a:spcAft>
                <a:spcPts val="0"/>
              </a:spcAft>
              <a:buNone/>
            </a:pPr>
            <a:r>
              <a:rPr lang="en" sz="2100" u="sng">
                <a:solidFill>
                  <a:schemeClr val="hlink"/>
                </a:solidFill>
                <a:hlinkClick r:id="rId3"/>
              </a:rPr>
              <a:t>https://www.php.net/manual/es/install.pecl.php</a:t>
            </a:r>
            <a:r>
              <a:rPr lang="en" sz="2100"/>
              <a:t> </a:t>
            </a:r>
            <a:endParaRPr sz="2100"/>
          </a:p>
          <a:p>
            <a:pPr indent="0" lvl="0" marL="0" rtl="0" algn="l">
              <a:spcBef>
                <a:spcPts val="600"/>
              </a:spcBef>
              <a:spcAft>
                <a:spcPts val="0"/>
              </a:spcAft>
              <a:buNone/>
            </a:pPr>
            <a:r>
              <a:rPr lang="en" sz="2000"/>
              <a:t>Edo</a:t>
            </a:r>
            <a:endParaRPr sz="2000"/>
          </a:p>
          <a:p>
            <a:pPr indent="0" lvl="0" marL="0" rtl="0" algn="l">
              <a:spcBef>
                <a:spcPts val="600"/>
              </a:spcBef>
              <a:spcAft>
                <a:spcPts val="0"/>
              </a:spcAft>
              <a:buNone/>
            </a:pPr>
            <a:r>
              <a:rPr lang="en" sz="2000" u="sng">
                <a:solidFill>
                  <a:schemeClr val="hlink"/>
                </a:solidFill>
                <a:hlinkClick r:id="rId4"/>
              </a:rPr>
              <a:t>https://pear.php.net/manual/en/installation.php</a:t>
            </a:r>
            <a:r>
              <a:rPr lang="en" sz="2000"/>
              <a:t> </a:t>
            </a:r>
            <a:endParaRPr sz="2000"/>
          </a:p>
        </p:txBody>
      </p:sp>
      <p:sp>
        <p:nvSpPr>
          <p:cNvPr id="106" name="Google Shape;106;p17"/>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17"/>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Hizkuntzaren hedadura (extensión)</a:t>
            </a:r>
            <a:endParaRPr sz="2600">
              <a:solidFill>
                <a:srgbClr val="07376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t/>
            </a:r>
            <a:endParaRPr sz="2100"/>
          </a:p>
          <a:p>
            <a:pPr indent="-361950" lvl="0" marL="457200" rtl="0" algn="l">
              <a:lnSpc>
                <a:spcPct val="130000"/>
              </a:lnSpc>
              <a:spcBef>
                <a:spcPts val="600"/>
              </a:spcBef>
              <a:spcAft>
                <a:spcPts val="0"/>
              </a:spcAft>
              <a:buSzPts val="2100"/>
              <a:buChar char="◎"/>
            </a:pPr>
            <a:r>
              <a:rPr lang="en" sz="2100"/>
              <a:t>PHPk erabili ditzakegun pila funtzio ditu.</a:t>
            </a:r>
            <a:endParaRPr sz="2100"/>
          </a:p>
          <a:p>
            <a:pPr indent="-361950" lvl="0" marL="457200" rtl="0" algn="l">
              <a:lnSpc>
                <a:spcPct val="130000"/>
              </a:lnSpc>
              <a:spcBef>
                <a:spcPts val="0"/>
              </a:spcBef>
              <a:spcAft>
                <a:spcPts val="0"/>
              </a:spcAft>
              <a:buSzPts val="2100"/>
              <a:buChar char="◎"/>
            </a:pPr>
            <a:r>
              <a:rPr lang="en" sz="2100"/>
              <a:t>Baina guk ere gureak erabili ditzakegu.</a:t>
            </a:r>
            <a:endParaRPr sz="2100"/>
          </a:p>
          <a:p>
            <a:pPr indent="-361950" lvl="0" marL="457200" rtl="0" algn="l">
              <a:lnSpc>
                <a:spcPct val="130000"/>
              </a:lnSpc>
              <a:spcBef>
                <a:spcPts val="0"/>
              </a:spcBef>
              <a:spcAft>
                <a:spcPts val="0"/>
              </a:spcAft>
              <a:buSzPts val="2100"/>
              <a:buChar char="◎"/>
            </a:pPr>
            <a:r>
              <a:rPr lang="en" sz="2100"/>
              <a:t>Funtzioen erabilerak jarraibide bat baino gehiago elkartzeko aukera ematen digu eta horrela behin baino gehiago erabili ahalko genituzke hainbat tokietatik.</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13" name="Google Shape;113;p18"/>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18"/>
          <p:cNvSpPr txBox="1"/>
          <p:nvPr>
            <p:ph type="title"/>
          </p:nvPr>
        </p:nvSpPr>
        <p:spPr>
          <a:xfrm>
            <a:off x="504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Erabiltzaileak definituak</a:t>
            </a:r>
            <a:endParaRPr sz="2600">
              <a:solidFill>
                <a:srgbClr val="07376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361950" lvl="0" marL="457200" rtl="0" algn="l">
              <a:lnSpc>
                <a:spcPct val="130000"/>
              </a:lnSpc>
              <a:spcBef>
                <a:spcPts val="600"/>
              </a:spcBef>
              <a:spcAft>
                <a:spcPts val="0"/>
              </a:spcAft>
              <a:buSzPts val="2100"/>
              <a:buChar char="◎"/>
            </a:pPr>
            <a:r>
              <a:rPr lang="en" sz="2100"/>
              <a:t>Funtzio bat lan bat edo gehiago egiten dituen kode bloke bat.</a:t>
            </a:r>
            <a:endParaRPr sz="2100"/>
          </a:p>
          <a:p>
            <a:pPr indent="-361950" lvl="0" marL="457200" rtl="0" algn="l">
              <a:lnSpc>
                <a:spcPct val="130000"/>
              </a:lnSpc>
              <a:spcBef>
                <a:spcPts val="0"/>
              </a:spcBef>
              <a:spcAft>
                <a:spcPts val="0"/>
              </a:spcAft>
              <a:buSzPts val="2100"/>
              <a:buChar char="◎"/>
            </a:pPr>
            <a:r>
              <a:rPr lang="en" sz="2100"/>
              <a:t>Izen batekin identifika dezakegu</a:t>
            </a:r>
            <a:r>
              <a:rPr lang="en" sz="2100"/>
              <a:t> deitzeko eta </a:t>
            </a:r>
            <a:r>
              <a:rPr lang="en" sz="2100"/>
              <a:t>parametro edo argudioak ere pasa ditzazkegu.</a:t>
            </a:r>
            <a:endParaRPr sz="2100"/>
          </a:p>
          <a:p>
            <a:pPr indent="-361950" lvl="0" marL="457200" rtl="0" algn="l">
              <a:lnSpc>
                <a:spcPct val="130000"/>
              </a:lnSpc>
              <a:spcBef>
                <a:spcPts val="0"/>
              </a:spcBef>
              <a:spcAft>
                <a:spcPts val="0"/>
              </a:spcAft>
              <a:buSzPts val="2100"/>
              <a:buChar char="◎"/>
            </a:pPr>
            <a:r>
              <a:rPr lang="en" sz="2100"/>
              <a:t>Aldi berean balio bakar itzultzeko aukera du ere.</a:t>
            </a:r>
            <a:endParaRPr sz="2100"/>
          </a:p>
          <a:p>
            <a:pPr indent="-361950" lvl="0" marL="457200" rtl="0" algn="l">
              <a:lnSpc>
                <a:spcPct val="130000"/>
              </a:lnSpc>
              <a:spcBef>
                <a:spcPts val="0"/>
              </a:spcBef>
              <a:spcAft>
                <a:spcPts val="0"/>
              </a:spcAft>
              <a:buSzPts val="2100"/>
              <a:buChar char="◎"/>
            </a:pPr>
            <a:r>
              <a:rPr lang="en" sz="2100"/>
              <a:t>Funtzioak noiznahi dei daitezke beharrezko denean eta abantaila nagusi hau izatea: kodea berrerabiltzeko aukera ematen digute, beharrik ez izateko berriz idatzi.</a:t>
            </a:r>
            <a:endParaRPr sz="2100"/>
          </a:p>
          <a:p>
            <a:pPr indent="-361950" lvl="0" marL="457200" rtl="0" algn="l">
              <a:spcBef>
                <a:spcPts val="0"/>
              </a:spcBef>
              <a:spcAft>
                <a:spcPts val="0"/>
              </a:spcAft>
              <a:buSzPts val="2100"/>
              <a:buChar char="◎"/>
            </a:pPr>
            <a:r>
              <a:rPr lang="en" sz="2100"/>
              <a:t>Funtzioaren kodea bakarrik exekutatuko da funtzioari deitzen zaionean.</a:t>
            </a:r>
            <a:endParaRPr sz="2100"/>
          </a:p>
        </p:txBody>
      </p:sp>
      <p:sp>
        <p:nvSpPr>
          <p:cNvPr id="120" name="Google Shape;120;p19"/>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19"/>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Zer da funtzio bat?</a:t>
            </a:r>
            <a:endParaRPr sz="2600">
              <a:solidFill>
                <a:srgbClr val="07376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idx="1" type="body"/>
          </p:nvPr>
        </p:nvSpPr>
        <p:spPr>
          <a:xfrm>
            <a:off x="525175" y="702600"/>
            <a:ext cx="7853400" cy="2326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Funtzio bat definitzeko, </a:t>
            </a:r>
            <a:r>
              <a:rPr lang="en" sz="2100">
                <a:solidFill>
                  <a:srgbClr val="0000FF"/>
                </a:solidFill>
                <a:latin typeface="Courier New"/>
                <a:ea typeface="Courier New"/>
                <a:cs typeface="Courier New"/>
                <a:sym typeface="Courier New"/>
              </a:rPr>
              <a:t>function </a:t>
            </a:r>
            <a:r>
              <a:rPr lang="en" sz="2100"/>
              <a:t>erreserbatutako hitza erabili behar dugu.</a:t>
            </a:r>
            <a:endParaRPr sz="2100"/>
          </a:p>
          <a:p>
            <a:pPr indent="0" lvl="0" marL="0" rtl="0" algn="l">
              <a:lnSpc>
                <a:spcPct val="130000"/>
              </a:lnSpc>
              <a:spcBef>
                <a:spcPts val="600"/>
              </a:spcBef>
              <a:spcAft>
                <a:spcPts val="0"/>
              </a:spcAft>
              <a:buNone/>
            </a:pPr>
            <a:r>
              <a:rPr lang="en" sz="2100"/>
              <a:t>PHP funtzio pertsonalizatu bat deklaratzeko, erabili sintaxi orokor hau;</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27" name="Google Shape;127;p20"/>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20"/>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304800" lvl="0" marL="457200" rtl="0" algn="l">
              <a:lnSpc>
                <a:spcPct val="115000"/>
              </a:lnSpc>
              <a:spcBef>
                <a:spcPts val="0"/>
              </a:spcBef>
              <a:spcAft>
                <a:spcPts val="0"/>
              </a:spcAft>
              <a:buClr>
                <a:srgbClr val="444444"/>
              </a:buClr>
              <a:buSzPts val="1200"/>
              <a:buFont typeface="Arial"/>
              <a:buChar char="●"/>
            </a:pPr>
            <a:r>
              <a:rPr lang="en" sz="1200">
                <a:solidFill>
                  <a:srgbClr val="444444"/>
                </a:solidFill>
                <a:highlight>
                  <a:srgbClr val="FFFFFF"/>
                </a:highlight>
                <a:latin typeface="Arial"/>
                <a:ea typeface="Arial"/>
                <a:cs typeface="Arial"/>
                <a:sym typeface="Arial"/>
              </a:rPr>
              <a:t>Itzultzeko adierazpena beharrezkoa da funtzioan, bestela errorea botatzen du.</a:t>
            </a:r>
            <a:endParaRPr sz="1200">
              <a:solidFill>
                <a:srgbClr val="444444"/>
              </a:solidFill>
              <a:highlight>
                <a:srgbClr val="FFFFFF"/>
              </a:highlight>
              <a:latin typeface="Arial"/>
              <a:ea typeface="Arial"/>
              <a:cs typeface="Arial"/>
              <a:sym typeface="Arial"/>
            </a:endParaRPr>
          </a:p>
          <a:p>
            <a:pPr indent="0" lvl="0" marL="0" rtl="0" algn="l">
              <a:spcBef>
                <a:spcPts val="4600"/>
              </a:spcBef>
              <a:spcAft>
                <a:spcPts val="0"/>
              </a:spcAft>
              <a:buNone/>
            </a:pPr>
            <a:r>
              <a:t/>
            </a:r>
            <a:endParaRPr sz="2600">
              <a:solidFill>
                <a:srgbClr val="073763"/>
              </a:solidFill>
            </a:endParaRPr>
          </a:p>
        </p:txBody>
      </p:sp>
      <p:pic>
        <p:nvPicPr>
          <p:cNvPr id="129" name="Google Shape;129;p20"/>
          <p:cNvPicPr preferRelativeResize="0"/>
          <p:nvPr/>
        </p:nvPicPr>
        <p:blipFill>
          <a:blip r:embed="rId3">
            <a:alphaModFix/>
          </a:blip>
          <a:stretch>
            <a:fillRect/>
          </a:stretch>
        </p:blipFill>
        <p:spPr>
          <a:xfrm>
            <a:off x="1483150" y="2789225"/>
            <a:ext cx="5736025" cy="1768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idx="1" type="body"/>
          </p:nvPr>
        </p:nvSpPr>
        <p:spPr>
          <a:xfrm>
            <a:off x="525175" y="3004925"/>
            <a:ext cx="7853400" cy="19659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 </a:t>
            </a:r>
            <a:r>
              <a:rPr lang="en" sz="2100"/>
              <a:t>Goiko adibidean, funtzioa </a:t>
            </a:r>
            <a:r>
              <a:rPr lang="en" sz="2100">
                <a:solidFill>
                  <a:srgbClr val="0000FF"/>
                </a:solidFill>
                <a:latin typeface="Courier New"/>
                <a:ea typeface="Courier New"/>
                <a:cs typeface="Courier New"/>
                <a:sym typeface="Courier New"/>
              </a:rPr>
              <a:t>function</a:t>
            </a:r>
            <a:r>
              <a:rPr lang="en" sz="2100"/>
              <a:t> gako-hitza erabiliz deklaratzen da. Horren ondoren, parentesi biribilak </a:t>
            </a:r>
            <a:r>
              <a:rPr i="1" lang="en" sz="2100">
                <a:solidFill>
                  <a:schemeClr val="accent1"/>
                </a:solidFill>
              </a:rPr>
              <a:t>function()</a:t>
            </a:r>
            <a:r>
              <a:rPr lang="en" sz="2100"/>
              <a:t> funtzioaren hasiera adierazten du.</a:t>
            </a:r>
            <a:endParaRPr sz="2100"/>
          </a:p>
          <a:p>
            <a:pPr indent="0" lvl="0" marL="0" rtl="0" algn="l">
              <a:lnSpc>
                <a:spcPct val="130000"/>
              </a:lnSpc>
              <a:spcBef>
                <a:spcPts val="600"/>
              </a:spcBef>
              <a:spcAft>
                <a:spcPts val="0"/>
              </a:spcAft>
              <a:buNone/>
            </a:pPr>
            <a:r>
              <a:rPr lang="en" sz="2100"/>
              <a:t>- Funtzioaren kode-blokea {-rekin hasten da eta }-rekin amaitzen da.</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35" name="Google Shape;135;p21"/>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1"/>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Funtzioak definitu eta exekutatu</a:t>
            </a:r>
            <a:endParaRPr sz="2600">
              <a:solidFill>
                <a:srgbClr val="073763"/>
              </a:solidFill>
            </a:endParaRPr>
          </a:p>
        </p:txBody>
      </p:sp>
      <p:pic>
        <p:nvPicPr>
          <p:cNvPr id="137" name="Google Shape;137;p21"/>
          <p:cNvPicPr preferRelativeResize="0"/>
          <p:nvPr/>
        </p:nvPicPr>
        <p:blipFill>
          <a:blip r:embed="rId3">
            <a:alphaModFix/>
          </a:blip>
          <a:stretch>
            <a:fillRect/>
          </a:stretch>
        </p:blipFill>
        <p:spPr>
          <a:xfrm>
            <a:off x="2203288" y="1061601"/>
            <a:ext cx="4778875" cy="1741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361950" lvl="0" marL="457200" rtl="0" algn="l">
              <a:lnSpc>
                <a:spcPct val="130000"/>
              </a:lnSpc>
              <a:spcBef>
                <a:spcPts val="600"/>
              </a:spcBef>
              <a:spcAft>
                <a:spcPts val="0"/>
              </a:spcAft>
              <a:buSzPts val="2100"/>
              <a:buChar char="◎"/>
            </a:pPr>
            <a:r>
              <a:rPr lang="en" sz="2100"/>
              <a:t>PHPk ez du maiuskulak eta minuskulen artean bereizten, beraz Adibide () eta adibide () funtzio bera izango zen berez, baina ohitura hartu behar dugu beti modu berdinean izendatzen, eta hoberena </a:t>
            </a:r>
            <a:r>
              <a:rPr b="1" lang="en" sz="2100"/>
              <a:t>minuskuletan </a:t>
            </a:r>
            <a:r>
              <a:rPr lang="en" sz="2100"/>
              <a:t>egitea izango litzateke.</a:t>
            </a:r>
            <a:endParaRPr sz="2100"/>
          </a:p>
          <a:p>
            <a:pPr indent="0" lvl="0" marL="457200" rtl="0" algn="l">
              <a:lnSpc>
                <a:spcPct val="130000"/>
              </a:lnSpc>
              <a:spcBef>
                <a:spcPts val="600"/>
              </a:spcBef>
              <a:spcAft>
                <a:spcPts val="0"/>
              </a:spcAft>
              <a:buNone/>
            </a:pPr>
            <a:r>
              <a:t/>
            </a:r>
            <a:endParaRPr sz="2100"/>
          </a:p>
          <a:p>
            <a:pPr indent="-361950" lvl="0" marL="457200" rtl="0" algn="l">
              <a:lnSpc>
                <a:spcPct val="130000"/>
              </a:lnSpc>
              <a:spcBef>
                <a:spcPts val="600"/>
              </a:spcBef>
              <a:spcAft>
                <a:spcPts val="0"/>
              </a:spcAft>
              <a:buSzPts val="2100"/>
              <a:buChar char="◎"/>
            </a:pPr>
            <a:r>
              <a:rPr lang="en" sz="2100"/>
              <a:t>PHPk ere horrela egiten bait du.</a:t>
            </a:r>
            <a:endParaRPr sz="2100"/>
          </a:p>
          <a:p>
            <a:pPr indent="0" lvl="0" marL="457200" rtl="0" algn="l">
              <a:lnSpc>
                <a:spcPct val="130000"/>
              </a:lnSpc>
              <a:spcBef>
                <a:spcPts val="600"/>
              </a:spcBef>
              <a:spcAft>
                <a:spcPts val="0"/>
              </a:spcAft>
              <a:buNone/>
            </a:pPr>
            <a:r>
              <a:t/>
            </a:r>
            <a:endParaRPr sz="2100"/>
          </a:p>
          <a:p>
            <a:pPr indent="-361950" lvl="0" marL="457200" rtl="0" algn="l">
              <a:lnSpc>
                <a:spcPct val="130000"/>
              </a:lnSpc>
              <a:spcBef>
                <a:spcPts val="600"/>
              </a:spcBef>
              <a:spcAft>
                <a:spcPts val="0"/>
              </a:spcAft>
              <a:buSzPts val="2100"/>
              <a:buChar char="◎"/>
            </a:pPr>
            <a:r>
              <a:rPr lang="en" sz="2100"/>
              <a:t>Parentesiak beti dira derrigorrezkoak funtzioa definitzerakoan eta baita deitzerako momentuan, naiz eta parametrorik izan ez.</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43" name="Google Shape;143;p22"/>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22"/>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Funtzioak definizioa</a:t>
            </a:r>
            <a:endParaRPr sz="2600">
              <a:solidFill>
                <a:srgbClr val="07376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Funtzioen parentesi barruko parametroei funtzio argumentuak deitzen zaie. Funtzioen argumentuak bakarrak edo anitzak izan daitezke. Funtzio anitzeko argumentuak komaz bereizten dira.</a:t>
            </a:r>
            <a:endParaRPr sz="2100"/>
          </a:p>
          <a:p>
            <a:pPr indent="0" lvl="0" marL="0" rtl="0" algn="l">
              <a:lnSpc>
                <a:spcPct val="130000"/>
              </a:lnSpc>
              <a:spcBef>
                <a:spcPts val="600"/>
              </a:spcBef>
              <a:spcAft>
                <a:spcPts val="0"/>
              </a:spcAft>
              <a:buNone/>
            </a:pPr>
            <a:r>
              <a:rPr lang="en" sz="2100"/>
              <a:t>Parametro bakarreko</a:t>
            </a:r>
            <a:endParaRPr sz="2100"/>
          </a:p>
          <a:p>
            <a:pPr indent="0" lvl="0" marL="0" rtl="0" algn="l">
              <a:lnSpc>
                <a:spcPct val="130000"/>
              </a:lnSpc>
              <a:spcBef>
                <a:spcPts val="600"/>
              </a:spcBef>
              <a:spcAft>
                <a:spcPts val="0"/>
              </a:spcAft>
              <a:buNone/>
            </a:pPr>
            <a:r>
              <a:rPr lang="en" sz="2100"/>
              <a:t>adibidea dugu hau:</a:t>
            </a:r>
            <a:endParaRPr sz="2100"/>
          </a:p>
          <a:p>
            <a:pPr indent="0" lvl="0" marL="0" rtl="0" algn="l">
              <a:lnSpc>
                <a:spcPct val="130000"/>
              </a:lnSpc>
              <a:spcBef>
                <a:spcPts val="600"/>
              </a:spcBef>
              <a:spcAft>
                <a:spcPts val="0"/>
              </a:spcAft>
              <a:buNone/>
            </a:pPr>
            <a:r>
              <a:rPr lang="en" sz="2100"/>
              <a:t>Zer uste duzu aterako duenik</a:t>
            </a:r>
            <a:endParaRPr sz="2100"/>
          </a:p>
          <a:p>
            <a:pPr indent="0" lvl="0" marL="0" rtl="0" algn="l">
              <a:lnSpc>
                <a:spcPct val="130000"/>
              </a:lnSpc>
              <a:spcBef>
                <a:spcPts val="600"/>
              </a:spcBef>
              <a:spcAft>
                <a:spcPts val="0"/>
              </a:spcAft>
              <a:buNone/>
            </a:pPr>
            <a:r>
              <a:rPr lang="en" sz="2100"/>
              <a:t>pantailatik?</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50" name="Google Shape;150;p23"/>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3"/>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Funtzioaren argudioak</a:t>
            </a:r>
            <a:endParaRPr sz="2600">
              <a:solidFill>
                <a:srgbClr val="073763"/>
              </a:solidFill>
            </a:endParaRPr>
          </a:p>
        </p:txBody>
      </p:sp>
      <p:pic>
        <p:nvPicPr>
          <p:cNvPr id="152" name="Google Shape;152;p23"/>
          <p:cNvPicPr preferRelativeResize="0"/>
          <p:nvPr/>
        </p:nvPicPr>
        <p:blipFill>
          <a:blip r:embed="rId3">
            <a:alphaModFix/>
          </a:blip>
          <a:stretch>
            <a:fillRect/>
          </a:stretch>
        </p:blipFill>
        <p:spPr>
          <a:xfrm>
            <a:off x="4383750" y="2149850"/>
            <a:ext cx="3521382" cy="267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2 parametrodun funtzioa horrela izango litzateke:</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58" name="Google Shape;158;p24"/>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4"/>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Funtzioaren argudioak</a:t>
            </a:r>
            <a:endParaRPr sz="2600">
              <a:solidFill>
                <a:srgbClr val="073763"/>
              </a:solidFill>
            </a:endParaRPr>
          </a:p>
        </p:txBody>
      </p:sp>
      <p:pic>
        <p:nvPicPr>
          <p:cNvPr id="160" name="Google Shape;160;p24"/>
          <p:cNvPicPr preferRelativeResize="0"/>
          <p:nvPr/>
        </p:nvPicPr>
        <p:blipFill>
          <a:blip r:embed="rId3">
            <a:alphaModFix/>
          </a:blip>
          <a:stretch>
            <a:fillRect/>
          </a:stretch>
        </p:blipFill>
        <p:spPr>
          <a:xfrm>
            <a:off x="1918604" y="1443054"/>
            <a:ext cx="5306800" cy="2945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Funtzio batek balio lehenetsi bat eslei diezaioke argumentuari. Funtzioari deitzea ahalbidetzen du argumentu hori pasatu gabe. </a:t>
            </a:r>
            <a:endParaRPr sz="2100"/>
          </a:p>
          <a:p>
            <a:pPr indent="0" lvl="0" marL="0" rtl="0" algn="l">
              <a:lnSpc>
                <a:spcPct val="130000"/>
              </a:lnSpc>
              <a:spcBef>
                <a:spcPts val="600"/>
              </a:spcBef>
              <a:spcAft>
                <a:spcPts val="0"/>
              </a:spcAft>
              <a:buNone/>
            </a:pPr>
            <a:r>
              <a:rPr lang="en" sz="2100"/>
              <a:t>Argumentu nahikorik ez duen funtzio bati deitzen saiatzen bazara, errore bat emango du. Hala ere, beti dago hori saihesteko moduren bat, parametroari </a:t>
            </a:r>
            <a:endParaRPr sz="2100"/>
          </a:p>
          <a:p>
            <a:pPr indent="0" lvl="0" marL="0" rtl="0" algn="l">
              <a:lnSpc>
                <a:spcPct val="130000"/>
              </a:lnSpc>
              <a:spcBef>
                <a:spcPts val="600"/>
              </a:spcBef>
              <a:spcAft>
                <a:spcPts val="0"/>
              </a:spcAft>
              <a:buNone/>
            </a:pPr>
            <a:r>
              <a:rPr lang="en" sz="2100"/>
              <a:t>balio lehenetsia emanez.</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66" name="Google Shape;166;p25"/>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5"/>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Parametroen balio lehenetsia</a:t>
            </a:r>
            <a:endParaRPr sz="2600">
              <a:solidFill>
                <a:srgbClr val="073763"/>
              </a:solidFill>
            </a:endParaRPr>
          </a:p>
        </p:txBody>
      </p:sp>
      <p:pic>
        <p:nvPicPr>
          <p:cNvPr id="168" name="Google Shape;168;p25"/>
          <p:cNvPicPr preferRelativeResize="0"/>
          <p:nvPr/>
        </p:nvPicPr>
        <p:blipFill>
          <a:blip r:embed="rId3">
            <a:alphaModFix/>
          </a:blip>
          <a:stretch>
            <a:fillRect/>
          </a:stretch>
        </p:blipFill>
        <p:spPr>
          <a:xfrm>
            <a:off x="3680738" y="2695738"/>
            <a:ext cx="4486275" cy="2181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Izan kontutan balio lehenetsia ezin dela aldagai bat izan, expresio bat baizik.</a:t>
            </a:r>
            <a:endParaRPr sz="2100"/>
          </a:p>
          <a:p>
            <a:pPr indent="0" lvl="0" marL="0" rtl="0" algn="l">
              <a:lnSpc>
                <a:spcPct val="130000"/>
              </a:lnSpc>
              <a:spcBef>
                <a:spcPts val="600"/>
              </a:spcBef>
              <a:spcAft>
                <a:spcPts val="0"/>
              </a:spcAft>
              <a:buNone/>
            </a:pPr>
            <a:r>
              <a:rPr lang="en" sz="2100"/>
              <a:t>Balio lehenetsia duten parametroak beti azkenekoak izan behar dira.</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function muestranombre ($nombre, $titulo= "Sr."){</a:t>
            </a:r>
            <a:endParaRPr sz="1500">
              <a:solidFill>
                <a:srgbClr val="0000FF"/>
              </a:solidFill>
              <a:latin typeface="Courier New"/>
              <a:ea typeface="Courier New"/>
              <a:cs typeface="Courier New"/>
              <a:sym typeface="Courier New"/>
            </a:endParaRPr>
          </a:p>
          <a:p>
            <a:pPr indent="457200" lvl="0" marL="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print "Estimado $titulo $nombre:\n";</a:t>
            </a:r>
            <a:endParaRPr sz="15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a:t>
            </a:r>
            <a:endParaRPr sz="15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muestranombre (“Fernández”);</a:t>
            </a:r>
            <a:endParaRPr sz="15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muestranombre (“Fernández”, "Prof.");</a:t>
            </a:r>
            <a:endParaRPr sz="15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74" name="Google Shape;174;p26"/>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6"/>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Parametroen balio lehenetsia</a:t>
            </a:r>
            <a:endParaRPr sz="2600">
              <a:solidFill>
                <a:srgbClr val="073763"/>
              </a:solidFill>
            </a:endParaRPr>
          </a:p>
        </p:txBody>
      </p:sp>
      <p:sp>
        <p:nvSpPr>
          <p:cNvPr id="176" name="Google Shape;176;p26"/>
          <p:cNvSpPr txBox="1"/>
          <p:nvPr/>
        </p:nvSpPr>
        <p:spPr>
          <a:xfrm>
            <a:off x="5492925" y="3286800"/>
            <a:ext cx="3105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latin typeface="Source Sans Pro"/>
                <a:ea typeface="Source Sans Pro"/>
                <a:cs typeface="Source Sans Pro"/>
                <a:sym typeface="Source Sans Pro"/>
              </a:rPr>
              <a:t>Irteera</a:t>
            </a:r>
            <a:r>
              <a:rPr lang="en" sz="1500">
                <a:latin typeface="Source Sans Pro"/>
                <a:ea typeface="Source Sans Pro"/>
                <a:cs typeface="Source Sans Pro"/>
                <a:sym typeface="Source Sans Pro"/>
              </a:rPr>
              <a:t>:</a:t>
            </a:r>
            <a:endParaRPr sz="1500">
              <a:latin typeface="Source Sans Pro"/>
              <a:ea typeface="Source Sans Pro"/>
              <a:cs typeface="Source Sans Pro"/>
              <a:sym typeface="Source Sans Pro"/>
            </a:endParaRPr>
          </a:p>
          <a:p>
            <a:pPr indent="0" lvl="0" marL="0" rtl="0" algn="l">
              <a:spcBef>
                <a:spcPts val="0"/>
              </a:spcBef>
              <a:spcAft>
                <a:spcPts val="0"/>
              </a:spcAft>
              <a:buNone/>
            </a:pPr>
            <a:r>
              <a:t/>
            </a:r>
            <a:endParaRPr sz="1500">
              <a:latin typeface="Source Sans Pro"/>
              <a:ea typeface="Source Sans Pro"/>
              <a:cs typeface="Source Sans Pro"/>
              <a:sym typeface="Source Sans Pro"/>
            </a:endParaRPr>
          </a:p>
          <a:p>
            <a:pPr indent="0" lvl="0" marL="0" rtl="0" algn="l">
              <a:spcBef>
                <a:spcPts val="0"/>
              </a:spcBef>
              <a:spcAft>
                <a:spcPts val="0"/>
              </a:spcAft>
              <a:buNone/>
            </a:pPr>
            <a:r>
              <a:rPr lang="en" sz="1500">
                <a:latin typeface="Source Sans Pro"/>
                <a:ea typeface="Source Sans Pro"/>
                <a:cs typeface="Source Sans Pro"/>
                <a:sym typeface="Source Sans Pro"/>
              </a:rPr>
              <a:t>Estimado Sr. Fernández:</a:t>
            </a:r>
            <a:endParaRPr sz="1500">
              <a:latin typeface="Source Sans Pro"/>
              <a:ea typeface="Source Sans Pro"/>
              <a:cs typeface="Source Sans Pro"/>
              <a:sym typeface="Source Sans Pro"/>
            </a:endParaRPr>
          </a:p>
          <a:p>
            <a:pPr indent="0" lvl="0" marL="0" rtl="0" algn="l">
              <a:spcBef>
                <a:spcPts val="0"/>
              </a:spcBef>
              <a:spcAft>
                <a:spcPts val="0"/>
              </a:spcAft>
              <a:buNone/>
            </a:pPr>
            <a:r>
              <a:rPr lang="en" sz="1500">
                <a:latin typeface="Source Sans Pro"/>
                <a:ea typeface="Source Sans Pro"/>
                <a:cs typeface="Source Sans Pro"/>
                <a:sym typeface="Source Sans Pro"/>
              </a:rPr>
              <a:t>Estimado Prof. Fernández:</a:t>
            </a:r>
            <a:endParaRPr sz="1500">
              <a:latin typeface="Source Sans Pro"/>
              <a:ea typeface="Source Sans Pro"/>
              <a:cs typeface="Source Sans Pro"/>
              <a:sym typeface="Source Sans Pro"/>
            </a:endParaRPr>
          </a:p>
          <a:p>
            <a:pPr indent="0" lvl="0" marL="0" rtl="0" algn="l">
              <a:spcBef>
                <a:spcPts val="0"/>
              </a:spcBef>
              <a:spcAft>
                <a:spcPts val="0"/>
              </a:spcAft>
              <a:buNone/>
            </a:pPr>
            <a:r>
              <a:t/>
            </a:r>
            <a:endParaRPr>
              <a:latin typeface="Source Sans Pro"/>
              <a:ea typeface="Source Sans Pro"/>
              <a:cs typeface="Source Sans Pro"/>
              <a:sym typeface="Source Sans Pro"/>
            </a:endParaRPr>
          </a:p>
          <a:p>
            <a:pPr indent="0" lvl="0" marL="0" rtl="0" algn="l">
              <a:spcBef>
                <a:spcPts val="0"/>
              </a:spcBef>
              <a:spcAft>
                <a:spcPts val="0"/>
              </a:spcAft>
              <a:buNone/>
            </a:pPr>
            <a:r>
              <a:t/>
            </a:r>
            <a:endParaRPr>
              <a:latin typeface="Source Sans Pro"/>
              <a:ea typeface="Source Sans Pro"/>
              <a:cs typeface="Source Sans Pro"/>
              <a:sym typeface="Source Sans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just">
              <a:lnSpc>
                <a:spcPct val="130000"/>
              </a:lnSpc>
              <a:spcBef>
                <a:spcPts val="600"/>
              </a:spcBef>
              <a:spcAft>
                <a:spcPts val="0"/>
              </a:spcAft>
              <a:buNone/>
            </a:pPr>
            <a:r>
              <a:rPr lang="en" sz="2100"/>
              <a:t>Aldagai bat erreferentziarik gabe erabiltzen bada, ezin izango duzu funtzioaren barruko balioa aldatu. Hobeto esanda, kasu honetan, OSak argumentuaren bi kopia sortzen ditu. Funtzioaren barruan argumentuaren balioa aldatuz gero, kopiaren balioa aldatuko litzateke. </a:t>
            </a:r>
            <a:endParaRPr sz="2100"/>
          </a:p>
          <a:p>
            <a:pPr indent="0" lvl="0" marL="0" rtl="0" algn="just">
              <a:lnSpc>
                <a:spcPct val="130000"/>
              </a:lnSpc>
              <a:spcBef>
                <a:spcPts val="600"/>
              </a:spcBef>
              <a:spcAft>
                <a:spcPts val="0"/>
              </a:spcAft>
              <a:buNone/>
            </a:pPr>
            <a:r>
              <a:rPr lang="en" sz="2100"/>
              <a:t>Bestalde, </a:t>
            </a:r>
            <a:r>
              <a:rPr b="1" lang="en" sz="2100"/>
              <a:t>aldagai bat erreferentziaz pasatzen bada</a:t>
            </a:r>
            <a:r>
              <a:rPr lang="en" sz="2100"/>
              <a:t> (&amp; ikurra erabiliz), ez du kopia berria sortzen, aldagaiaren helbidea pasatzen du. Beraz, funtzioen barruko balioa aldatzeak jatorrizko argumentuaren balioa aldatuko du.</a:t>
            </a:r>
            <a:endParaRPr sz="19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182" name="Google Shape;182;p27"/>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27"/>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Parametroak erreferentziaz pasatzea</a:t>
            </a:r>
            <a:endParaRPr sz="2600">
              <a:solidFill>
                <a:srgbClr val="07376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Abibidea - Parametroak “Por valor” eta “Por referencia”</a:t>
            </a:r>
            <a:endParaRPr/>
          </a:p>
        </p:txBody>
      </p:sp>
      <p:sp>
        <p:nvSpPr>
          <p:cNvPr id="189" name="Google Shape;189;p28"/>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0" name="Google Shape;190;p28"/>
          <p:cNvPicPr preferRelativeResize="0"/>
          <p:nvPr/>
        </p:nvPicPr>
        <p:blipFill>
          <a:blip r:embed="rId3">
            <a:alphaModFix/>
          </a:blip>
          <a:stretch>
            <a:fillRect/>
          </a:stretch>
        </p:blipFill>
        <p:spPr>
          <a:xfrm>
            <a:off x="259675" y="2005351"/>
            <a:ext cx="4495725" cy="2551625"/>
          </a:xfrm>
          <a:prstGeom prst="rect">
            <a:avLst/>
          </a:prstGeom>
          <a:noFill/>
          <a:ln>
            <a:noFill/>
          </a:ln>
        </p:spPr>
      </p:pic>
      <p:pic>
        <p:nvPicPr>
          <p:cNvPr id="191" name="Google Shape;191;p28"/>
          <p:cNvPicPr preferRelativeResize="0"/>
          <p:nvPr/>
        </p:nvPicPr>
        <p:blipFill>
          <a:blip r:embed="rId4">
            <a:alphaModFix/>
          </a:blip>
          <a:stretch>
            <a:fillRect/>
          </a:stretch>
        </p:blipFill>
        <p:spPr>
          <a:xfrm>
            <a:off x="5539450" y="2667079"/>
            <a:ext cx="3290725" cy="1081000"/>
          </a:xfrm>
          <a:prstGeom prst="rect">
            <a:avLst/>
          </a:prstGeom>
          <a:noFill/>
          <a:ln>
            <a:noFill/>
          </a:ln>
        </p:spPr>
      </p:pic>
      <p:cxnSp>
        <p:nvCxnSpPr>
          <p:cNvPr id="192" name="Google Shape;192;p28"/>
          <p:cNvCxnSpPr>
            <a:stCxn id="190" idx="3"/>
            <a:endCxn id="191" idx="1"/>
          </p:cNvCxnSpPr>
          <p:nvPr/>
        </p:nvCxnSpPr>
        <p:spPr>
          <a:xfrm flipH="1" rot="10800000">
            <a:off x="4755400" y="3207664"/>
            <a:ext cx="784200" cy="73500"/>
          </a:xfrm>
          <a:prstGeom prst="straightConnector1">
            <a:avLst/>
          </a:prstGeom>
          <a:noFill/>
          <a:ln cap="flat" cmpd="sng" w="38100">
            <a:solidFill>
              <a:schemeClr val="accent1"/>
            </a:solidFill>
            <a:prstDash val="solid"/>
            <a:round/>
            <a:headEnd len="med" w="med" type="none"/>
            <a:tailEnd len="med" w="med" type="triangle"/>
          </a:ln>
        </p:spPr>
      </p:cxnSp>
      <p:sp>
        <p:nvSpPr>
          <p:cNvPr id="193" name="Google Shape;193;p28"/>
          <p:cNvSpPr txBox="1"/>
          <p:nvPr>
            <p:ph type="title"/>
          </p:nvPr>
        </p:nvSpPr>
        <p:spPr>
          <a:xfrm>
            <a:off x="107275" y="1156738"/>
            <a:ext cx="26559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“Por valor” </a:t>
            </a:r>
            <a:endParaRPr b="1" sz="2200"/>
          </a:p>
        </p:txBody>
      </p:sp>
      <p:sp>
        <p:nvSpPr>
          <p:cNvPr id="194" name="Google Shape;194;p28"/>
          <p:cNvSpPr txBox="1"/>
          <p:nvPr/>
        </p:nvSpPr>
        <p:spPr>
          <a:xfrm>
            <a:off x="5492925" y="3955375"/>
            <a:ext cx="32907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latin typeface="Source Sans Pro"/>
              <a:ea typeface="Source Sans Pro"/>
              <a:cs typeface="Source Sans Pro"/>
              <a:sym typeface="Source Sans Pro"/>
            </a:endParaRPr>
          </a:p>
          <a:p>
            <a:pPr indent="0" lvl="0" marL="0" rtl="0" algn="l">
              <a:spcBef>
                <a:spcPts val="0"/>
              </a:spcBef>
              <a:spcAft>
                <a:spcPts val="0"/>
              </a:spcAft>
              <a:buNone/>
            </a:pPr>
            <a:r>
              <a:rPr lang="en" sz="1500">
                <a:latin typeface="Source Sans Pro"/>
                <a:ea typeface="Source Sans Pro"/>
                <a:cs typeface="Source Sans Pro"/>
                <a:sym typeface="Source Sans Pro"/>
              </a:rPr>
              <a:t>Bi aldagai ezberdinak dira, lehenengo aldagaiaren kopia bat egiten du</a:t>
            </a:r>
            <a:endParaRPr>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786150" y="308120"/>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Abibidea - Parametroak “Por valor” eta “Por referencia”</a:t>
            </a:r>
            <a:endParaRPr/>
          </a:p>
        </p:txBody>
      </p:sp>
      <p:sp>
        <p:nvSpPr>
          <p:cNvPr id="200" name="Google Shape;200;p29"/>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201" name="Google Shape;201;p29"/>
          <p:cNvCxnSpPr>
            <a:stCxn id="202" idx="3"/>
            <a:endCxn id="203" idx="1"/>
          </p:cNvCxnSpPr>
          <p:nvPr/>
        </p:nvCxnSpPr>
        <p:spPr>
          <a:xfrm flipH="1" rot="10800000">
            <a:off x="4603000" y="3207664"/>
            <a:ext cx="784200" cy="73500"/>
          </a:xfrm>
          <a:prstGeom prst="straightConnector1">
            <a:avLst/>
          </a:prstGeom>
          <a:noFill/>
          <a:ln cap="flat" cmpd="sng" w="38100">
            <a:solidFill>
              <a:schemeClr val="accent1"/>
            </a:solidFill>
            <a:prstDash val="solid"/>
            <a:round/>
            <a:headEnd len="med" w="med" type="none"/>
            <a:tailEnd len="med" w="med" type="triangle"/>
          </a:ln>
        </p:spPr>
      </p:cxnSp>
      <p:sp>
        <p:nvSpPr>
          <p:cNvPr id="204" name="Google Shape;204;p29"/>
          <p:cNvSpPr txBox="1"/>
          <p:nvPr>
            <p:ph type="title"/>
          </p:nvPr>
        </p:nvSpPr>
        <p:spPr>
          <a:xfrm>
            <a:off x="107275" y="1156738"/>
            <a:ext cx="26559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“Por referencia” </a:t>
            </a:r>
            <a:endParaRPr b="1" sz="2200"/>
          </a:p>
        </p:txBody>
      </p:sp>
      <p:pic>
        <p:nvPicPr>
          <p:cNvPr id="205" name="Google Shape;205;p29"/>
          <p:cNvPicPr preferRelativeResize="0"/>
          <p:nvPr/>
        </p:nvPicPr>
        <p:blipFill>
          <a:blip r:embed="rId3">
            <a:alphaModFix/>
          </a:blip>
          <a:stretch>
            <a:fillRect/>
          </a:stretch>
        </p:blipFill>
        <p:spPr>
          <a:xfrm>
            <a:off x="152400" y="2011753"/>
            <a:ext cx="4374475" cy="2503100"/>
          </a:xfrm>
          <a:prstGeom prst="rect">
            <a:avLst/>
          </a:prstGeom>
          <a:noFill/>
          <a:ln>
            <a:noFill/>
          </a:ln>
        </p:spPr>
      </p:pic>
      <p:pic>
        <p:nvPicPr>
          <p:cNvPr id="206" name="Google Shape;206;p29"/>
          <p:cNvPicPr preferRelativeResize="0"/>
          <p:nvPr/>
        </p:nvPicPr>
        <p:blipFill>
          <a:blip r:embed="rId4">
            <a:alphaModFix/>
          </a:blip>
          <a:stretch>
            <a:fillRect/>
          </a:stretch>
        </p:blipFill>
        <p:spPr>
          <a:xfrm>
            <a:off x="5659900" y="2780753"/>
            <a:ext cx="3002875" cy="927350"/>
          </a:xfrm>
          <a:prstGeom prst="rect">
            <a:avLst/>
          </a:prstGeom>
          <a:noFill/>
          <a:ln>
            <a:noFill/>
          </a:ln>
        </p:spPr>
      </p:pic>
      <p:sp>
        <p:nvSpPr>
          <p:cNvPr id="207" name="Google Shape;207;p29"/>
          <p:cNvSpPr txBox="1"/>
          <p:nvPr/>
        </p:nvSpPr>
        <p:spPr>
          <a:xfrm>
            <a:off x="5067150" y="3872650"/>
            <a:ext cx="3290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Source Sans Pro"/>
                <a:ea typeface="Source Sans Pro"/>
                <a:cs typeface="Source Sans Pro"/>
                <a:sym typeface="Source Sans Pro"/>
              </a:rPr>
              <a:t>Ez du kopiarik egiten, aldagaiaren helbidea pasatzen du</a:t>
            </a:r>
            <a:endParaRPr>
              <a:latin typeface="Source Sans Pro"/>
              <a:ea typeface="Source Sans Pro"/>
              <a:cs typeface="Source Sans Pro"/>
              <a:sym typeface="Source Sans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idx="1" type="body"/>
          </p:nvPr>
        </p:nvSpPr>
        <p:spPr>
          <a:xfrm>
            <a:off x="504400" y="702600"/>
            <a:ext cx="7853400" cy="42447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b="1" i="1" lang="en" sz="2100">
                <a:solidFill>
                  <a:schemeClr val="accent1"/>
                </a:solidFill>
              </a:rPr>
              <a:t>return </a:t>
            </a:r>
            <a:r>
              <a:rPr lang="en" sz="2100"/>
              <a:t>instrukzioak funtzioaren exekuzioa geldiarazten du eta balioa itzultzen du.</a:t>
            </a:r>
            <a:endParaRPr sz="2100"/>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&lt;?php   </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b="1" lang="en" sz="1400">
                <a:solidFill>
                  <a:srgbClr val="0000FF"/>
                </a:solidFill>
                <a:latin typeface="Courier New"/>
                <a:ea typeface="Courier New"/>
                <a:cs typeface="Courier New"/>
                <a:sym typeface="Courier New"/>
              </a:rPr>
              <a:t>function </a:t>
            </a:r>
            <a:r>
              <a:rPr lang="en" sz="1400">
                <a:solidFill>
                  <a:srgbClr val="0000FF"/>
                </a:solidFill>
                <a:latin typeface="Courier New"/>
                <a:ea typeface="Courier New"/>
                <a:cs typeface="Courier New"/>
                <a:sym typeface="Courier New"/>
              </a:rPr>
              <a:t>sum(int $x, int $y) {</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  $z = $x + $y;</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  </a:t>
            </a:r>
            <a:r>
              <a:rPr b="1" lang="en" sz="1400">
                <a:solidFill>
                  <a:srgbClr val="0000FF"/>
                </a:solidFill>
                <a:latin typeface="Courier New"/>
                <a:ea typeface="Courier New"/>
                <a:cs typeface="Courier New"/>
                <a:sym typeface="Courier New"/>
              </a:rPr>
              <a:t>return </a:t>
            </a:r>
            <a:r>
              <a:rPr lang="en" sz="1400">
                <a:solidFill>
                  <a:srgbClr val="0000FF"/>
                </a:solidFill>
                <a:latin typeface="Courier New"/>
                <a:ea typeface="Courier New"/>
                <a:cs typeface="Courier New"/>
                <a:sym typeface="Courier New"/>
              </a:rPr>
              <a:t>$z;</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echo "5 + 10 = " . sum(5, 10) . "&lt;br&gt;";</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echo "7 + 13 = " . sum(7, 13) . "&lt;br&gt;";</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echo "2 + 4 = " . sum(2, 4);</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rPr lang="en" sz="1400">
                <a:solidFill>
                  <a:srgbClr val="0000FF"/>
                </a:solidFill>
                <a:latin typeface="Courier New"/>
                <a:ea typeface="Courier New"/>
                <a:cs typeface="Courier New"/>
                <a:sym typeface="Courier New"/>
              </a:rPr>
              <a:t>?&gt;</a:t>
            </a:r>
            <a:endParaRPr sz="14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213" name="Google Shape;213;p30"/>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0"/>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Balioak itzuli</a:t>
            </a:r>
            <a:endParaRPr sz="2600">
              <a:solidFill>
                <a:srgbClr val="07376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21</a:t>
            </a:r>
            <a:endParaRPr/>
          </a:p>
        </p:txBody>
      </p:sp>
      <p:sp>
        <p:nvSpPr>
          <p:cNvPr id="220" name="Google Shape;220;p31"/>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31"/>
          <p:cNvSpPr txBox="1"/>
          <p:nvPr>
            <p:ph idx="4294967295" type="body"/>
          </p:nvPr>
        </p:nvSpPr>
        <p:spPr>
          <a:xfrm>
            <a:off x="568100" y="611750"/>
            <a:ext cx="8461500" cy="39879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Bi zenbaki jasotzen dituen php funtzio bat egiten du, eta haien batezbesteko aritmetikoa itzultzen du. </a:t>
            </a:r>
            <a:endParaRPr sz="2000"/>
          </a:p>
          <a:p>
            <a:pPr indent="0" lvl="0" marL="0" rtl="0" algn="l">
              <a:lnSpc>
                <a:spcPct val="120000"/>
              </a:lnSpc>
              <a:spcBef>
                <a:spcPts val="600"/>
              </a:spcBef>
              <a:spcAft>
                <a:spcPts val="0"/>
              </a:spcAft>
              <a:buNone/>
            </a:pPr>
            <a:r>
              <a:rPr lang="en" sz="2000"/>
              <a:t>Froga ezazu funtzioa adibide batekin</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0" rtl="0" algn="l">
              <a:spcBef>
                <a:spcPts val="0"/>
              </a:spcBef>
              <a:spcAft>
                <a:spcPts val="0"/>
              </a:spcAft>
              <a:buNone/>
            </a:pPr>
            <a:r>
              <a:rPr lang="en" sz="2000">
                <a:solidFill>
                  <a:schemeClr val="accent1"/>
                </a:solidFill>
                <a:latin typeface="Roboto Slab"/>
                <a:ea typeface="Roboto Slab"/>
                <a:cs typeface="Roboto Slab"/>
                <a:sym typeface="Roboto Slab"/>
              </a:rPr>
              <a:t>Ariketa 22</a:t>
            </a:r>
            <a:endParaRPr sz="2000"/>
          </a:p>
          <a:p>
            <a:pPr indent="0" lvl="0" marL="0" rtl="0" algn="l">
              <a:lnSpc>
                <a:spcPct val="120000"/>
              </a:lnSpc>
              <a:spcBef>
                <a:spcPts val="600"/>
              </a:spcBef>
              <a:spcAft>
                <a:spcPts val="0"/>
              </a:spcAft>
              <a:buNone/>
            </a:pPr>
            <a:r>
              <a:rPr lang="en" sz="2000"/>
              <a:t>Sortu funtzio bat erreferentziazko parametro bat jasotzen duena, unitate baten gehitzen du. Froga ezazu funtzioa adibide batekin.</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23</a:t>
            </a:r>
            <a:endParaRPr/>
          </a:p>
        </p:txBody>
      </p:sp>
      <p:sp>
        <p:nvSpPr>
          <p:cNvPr id="227" name="Google Shape;227;p32"/>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2"/>
          <p:cNvSpPr txBox="1"/>
          <p:nvPr>
            <p:ph idx="4294967295" type="body"/>
          </p:nvPr>
        </p:nvSpPr>
        <p:spPr>
          <a:xfrm>
            <a:off x="568100" y="611750"/>
            <a:ext cx="8166900" cy="39879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Produktu baten BEZa kalkulatzeko balio duen funtzio bat egiten du. Bi parametro izango ditu: lehenengoak salneurria, eta bigarrenak aplikatu beharreko BEZa. </a:t>
            </a:r>
            <a:endParaRPr sz="2000"/>
          </a:p>
          <a:p>
            <a:pPr indent="0" lvl="0" marL="0" rtl="0" algn="l">
              <a:lnSpc>
                <a:spcPct val="120000"/>
              </a:lnSpc>
              <a:spcBef>
                <a:spcPts val="600"/>
              </a:spcBef>
              <a:spcAft>
                <a:spcPts val="0"/>
              </a:spcAft>
              <a:buNone/>
            </a:pPr>
            <a:r>
              <a:rPr lang="en" sz="2000"/>
              <a:t>Hautazkoa izango da, eta, jasotzen ez bada, %21eko BEZa kalkulatuko da. Froga ezazu funtzioa adibide batekin</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idx="1" type="body"/>
          </p:nvPr>
        </p:nvSpPr>
        <p:spPr>
          <a:xfrm>
            <a:off x="504400" y="1272850"/>
            <a:ext cx="7853400" cy="35532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Funtzio baten definizioan, jaso beharreko parametroen GUTXIENEKOA definitzen ari dKlegu.</a:t>
            </a:r>
            <a:endParaRPr sz="2100"/>
          </a:p>
          <a:p>
            <a:pPr indent="0" lvl="0" marL="0" rtl="0" algn="l">
              <a:lnSpc>
                <a:spcPct val="130000"/>
              </a:lnSpc>
              <a:spcBef>
                <a:spcPts val="600"/>
              </a:spcBef>
              <a:spcAft>
                <a:spcPts val="0"/>
              </a:spcAft>
              <a:buNone/>
            </a:pPr>
            <a:r>
              <a:rPr lang="en" sz="2100"/>
              <a:t>Horiek berrezkuratzako:</a:t>
            </a:r>
            <a:endParaRPr sz="2100"/>
          </a:p>
          <a:p>
            <a:pPr indent="0" lvl="0" marL="0" rtl="0" algn="l">
              <a:lnSpc>
                <a:spcPct val="130000"/>
              </a:lnSpc>
              <a:spcBef>
                <a:spcPts val="600"/>
              </a:spcBef>
              <a:spcAft>
                <a:spcPts val="0"/>
              </a:spcAft>
              <a:buNone/>
            </a:pPr>
            <a:r>
              <a:rPr lang="en" sz="2100"/>
              <a:t>- </a:t>
            </a:r>
            <a:r>
              <a:rPr i="1" lang="en" sz="2100">
                <a:solidFill>
                  <a:srgbClr val="0091EA"/>
                </a:solidFill>
              </a:rPr>
              <a:t>func_num_args</a:t>
            </a:r>
            <a:r>
              <a:rPr lang="en" sz="2100"/>
              <a:t>: parametroen zenbakia adierazten du</a:t>
            </a:r>
            <a:endParaRPr sz="2100"/>
          </a:p>
          <a:p>
            <a:pPr indent="0" lvl="0" marL="0" rtl="0" algn="l">
              <a:lnSpc>
                <a:spcPct val="130000"/>
              </a:lnSpc>
              <a:spcBef>
                <a:spcPts val="600"/>
              </a:spcBef>
              <a:spcAft>
                <a:spcPts val="0"/>
              </a:spcAft>
              <a:buNone/>
            </a:pPr>
            <a:r>
              <a:rPr lang="en" sz="2100"/>
              <a:t>- </a:t>
            </a:r>
            <a:r>
              <a:rPr i="1" lang="en" sz="2100">
                <a:solidFill>
                  <a:srgbClr val="0091EA"/>
                </a:solidFill>
              </a:rPr>
              <a:t>func_get_args</a:t>
            </a:r>
            <a:r>
              <a:rPr lang="en" sz="2100"/>
              <a:t>: array bat ematen du parametro guztiekin</a:t>
            </a:r>
            <a:endParaRPr sz="2100"/>
          </a:p>
          <a:p>
            <a:pPr indent="0" lvl="0" marL="0" rtl="0" algn="l">
              <a:lnSpc>
                <a:spcPct val="130000"/>
              </a:lnSpc>
              <a:spcBef>
                <a:spcPts val="600"/>
              </a:spcBef>
              <a:spcAft>
                <a:spcPts val="0"/>
              </a:spcAft>
              <a:buNone/>
            </a:pPr>
            <a:r>
              <a:rPr lang="en" sz="2100"/>
              <a:t>-</a:t>
            </a:r>
            <a:r>
              <a:rPr i="1" lang="en" sz="2100">
                <a:solidFill>
                  <a:srgbClr val="0091EA"/>
                </a:solidFill>
              </a:rPr>
              <a:t> func_get_arg(0)</a:t>
            </a:r>
            <a:r>
              <a:rPr lang="en" sz="2100"/>
              <a:t>: lehenengo parametros ematen digu</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234" name="Google Shape;234;p33"/>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3"/>
          <p:cNvSpPr txBox="1"/>
          <p:nvPr>
            <p:ph type="title"/>
          </p:nvPr>
        </p:nvSpPr>
        <p:spPr>
          <a:xfrm>
            <a:off x="563975" y="38019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Funtzioak eta parametroei buruzko funtzio eta propietate bitxiak</a:t>
            </a:r>
            <a:endParaRPr sz="2600">
              <a:solidFill>
                <a:srgbClr val="07376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34"/>
          <p:cNvCxnSpPr/>
          <p:nvPr/>
        </p:nvCxnSpPr>
        <p:spPr>
          <a:xfrm flipH="1" rot="10800000">
            <a:off x="6805299" y="540952"/>
            <a:ext cx="143700" cy="377100"/>
          </a:xfrm>
          <a:prstGeom prst="straightConnector1">
            <a:avLst/>
          </a:prstGeom>
          <a:noFill/>
          <a:ln cap="flat" cmpd="sng" w="9525">
            <a:solidFill>
              <a:srgbClr val="CFD8DC"/>
            </a:solidFill>
            <a:prstDash val="solid"/>
            <a:round/>
            <a:headEnd len="med" w="med" type="none"/>
            <a:tailEnd len="med" w="med" type="none"/>
          </a:ln>
        </p:spPr>
      </p:cxnSp>
      <p:cxnSp>
        <p:nvCxnSpPr>
          <p:cNvPr id="241" name="Google Shape;241;p34"/>
          <p:cNvCxnSpPr/>
          <p:nvPr/>
        </p:nvCxnSpPr>
        <p:spPr>
          <a:xfrm flipH="1">
            <a:off x="7451750" y="1182125"/>
            <a:ext cx="337200" cy="131100"/>
          </a:xfrm>
          <a:prstGeom prst="straightConnector1">
            <a:avLst/>
          </a:prstGeom>
          <a:noFill/>
          <a:ln cap="flat" cmpd="sng" w="9525">
            <a:solidFill>
              <a:srgbClr val="CFD8DC"/>
            </a:solidFill>
            <a:prstDash val="solid"/>
            <a:round/>
            <a:headEnd len="med" w="med" type="none"/>
            <a:tailEnd len="med" w="med" type="none"/>
          </a:ln>
        </p:spPr>
      </p:cxnSp>
      <p:cxnSp>
        <p:nvCxnSpPr>
          <p:cNvPr id="242" name="Google Shape;242;p34"/>
          <p:cNvCxnSpPr>
            <a:endCxn id="243" idx="6"/>
          </p:cNvCxnSpPr>
          <p:nvPr/>
        </p:nvCxnSpPr>
        <p:spPr>
          <a:xfrm rot="10800000">
            <a:off x="7601250" y="1836015"/>
            <a:ext cx="998100" cy="98100"/>
          </a:xfrm>
          <a:prstGeom prst="straightConnector1">
            <a:avLst/>
          </a:prstGeom>
          <a:noFill/>
          <a:ln cap="flat" cmpd="sng" w="9525">
            <a:solidFill>
              <a:srgbClr val="CFD8DC"/>
            </a:solidFill>
            <a:prstDash val="solid"/>
            <a:round/>
            <a:headEnd len="med" w="med" type="none"/>
            <a:tailEnd len="med" w="med" type="none"/>
          </a:ln>
        </p:spPr>
      </p:cxnSp>
      <p:sp>
        <p:nvSpPr>
          <p:cNvPr id="244" name="Google Shape;244;p34"/>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 name="Google Shape;245;p34"/>
          <p:cNvSpPr txBox="1"/>
          <p:nvPr>
            <p:ph idx="4294967295" type="title"/>
          </p:nvPr>
        </p:nvSpPr>
        <p:spPr>
          <a:xfrm>
            <a:off x="78615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g</a:t>
            </a:r>
            <a:r>
              <a:rPr lang="en" sz="2600">
                <a:solidFill>
                  <a:srgbClr val="073763"/>
                </a:solidFill>
              </a:rPr>
              <a:t>lobal deklarazioa</a:t>
            </a:r>
            <a:endParaRPr sz="2600">
              <a:solidFill>
                <a:srgbClr val="073763"/>
              </a:solidFill>
            </a:endParaRPr>
          </a:p>
        </p:txBody>
      </p:sp>
      <p:sp>
        <p:nvSpPr>
          <p:cNvPr id="246" name="Google Shape;246;p34"/>
          <p:cNvSpPr txBox="1"/>
          <p:nvPr>
            <p:ph idx="4294967295" type="body"/>
          </p:nvPr>
        </p:nvSpPr>
        <p:spPr>
          <a:xfrm>
            <a:off x="180275" y="984325"/>
            <a:ext cx="7138500" cy="3660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&lt;?php</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$a = 5;</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function froga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global $a;</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$b = $a;</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print "a aldagaiaren balioa da $a eta b aldagairena $b";</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froga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?&gt;</a:t>
            </a:r>
            <a:endParaRPr i="1" sz="1500">
              <a:solidFill>
                <a:srgbClr val="0000FF"/>
              </a:solidFill>
              <a:latin typeface="Courier New"/>
              <a:ea typeface="Courier New"/>
              <a:cs typeface="Courier New"/>
              <a:sym typeface="Courier New"/>
            </a:endParaRPr>
          </a:p>
          <a:p>
            <a:pPr indent="0" lvl="0" marL="0" rtl="0" algn="l">
              <a:lnSpc>
                <a:spcPct val="120000"/>
              </a:lnSpc>
              <a:spcBef>
                <a:spcPts val="600"/>
              </a:spcBef>
              <a:spcAft>
                <a:spcPts val="0"/>
              </a:spcAft>
              <a:buNone/>
            </a:pPr>
            <a:r>
              <a:t/>
            </a:r>
            <a:endParaRPr i="1"/>
          </a:p>
          <a:p>
            <a:pPr indent="0" lvl="0" marL="0" rtl="0" algn="l">
              <a:lnSpc>
                <a:spcPct val="120000"/>
              </a:lnSpc>
              <a:spcBef>
                <a:spcPts val="600"/>
              </a:spcBef>
              <a:spcAft>
                <a:spcPts val="0"/>
              </a:spcAft>
              <a:buNone/>
            </a:pPr>
            <a:r>
              <a:t/>
            </a:r>
            <a:endParaRPr i="1" sz="1400"/>
          </a:p>
          <a:p>
            <a:pPr indent="0" lvl="0" marL="0" rtl="0" algn="l">
              <a:spcBef>
                <a:spcPts val="600"/>
              </a:spcBef>
              <a:spcAft>
                <a:spcPts val="0"/>
              </a:spcAft>
              <a:buNone/>
            </a:pPr>
            <a:r>
              <a:t/>
            </a:r>
            <a:endParaRPr i="1" sz="1400"/>
          </a:p>
        </p:txBody>
      </p:sp>
      <p:sp>
        <p:nvSpPr>
          <p:cNvPr id="247" name="Google Shape;247;p34"/>
          <p:cNvSpPr txBox="1"/>
          <p:nvPr>
            <p:ph idx="4294967295" type="body"/>
          </p:nvPr>
        </p:nvSpPr>
        <p:spPr>
          <a:xfrm>
            <a:off x="5054050" y="949475"/>
            <a:ext cx="3646200" cy="3660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2000">
                <a:solidFill>
                  <a:srgbClr val="0091EA"/>
                </a:solidFill>
              </a:rPr>
              <a:t>global </a:t>
            </a:r>
            <a:r>
              <a:rPr i="1" lang="en" sz="2000"/>
              <a:t>hitza barik funtzioaren barruan $a ez legoke definiturik eta Warning aterako litzateke programan….</a:t>
            </a:r>
            <a:endParaRPr i="1" sz="2000"/>
          </a:p>
          <a:p>
            <a:pPr indent="0" lvl="0" marL="0" rtl="0" algn="l">
              <a:spcBef>
                <a:spcPts val="600"/>
              </a:spcBef>
              <a:spcAft>
                <a:spcPts val="0"/>
              </a:spcAft>
              <a:buNone/>
            </a:pPr>
            <a:r>
              <a:t/>
            </a:r>
            <a:endParaRPr i="1"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cxnSp>
        <p:nvCxnSpPr>
          <p:cNvPr id="252" name="Google Shape;252;p35"/>
          <p:cNvCxnSpPr/>
          <p:nvPr/>
        </p:nvCxnSpPr>
        <p:spPr>
          <a:xfrm flipH="1" rot="10800000">
            <a:off x="6805299" y="540952"/>
            <a:ext cx="143700" cy="377100"/>
          </a:xfrm>
          <a:prstGeom prst="straightConnector1">
            <a:avLst/>
          </a:prstGeom>
          <a:noFill/>
          <a:ln cap="flat" cmpd="sng" w="9525">
            <a:solidFill>
              <a:srgbClr val="CFD8DC"/>
            </a:solidFill>
            <a:prstDash val="solid"/>
            <a:round/>
            <a:headEnd len="med" w="med" type="none"/>
            <a:tailEnd len="med" w="med" type="none"/>
          </a:ln>
        </p:spPr>
      </p:cxnSp>
      <p:cxnSp>
        <p:nvCxnSpPr>
          <p:cNvPr id="253" name="Google Shape;253;p35"/>
          <p:cNvCxnSpPr/>
          <p:nvPr/>
        </p:nvCxnSpPr>
        <p:spPr>
          <a:xfrm flipH="1">
            <a:off x="7451750" y="1182125"/>
            <a:ext cx="337200" cy="131100"/>
          </a:xfrm>
          <a:prstGeom prst="straightConnector1">
            <a:avLst/>
          </a:prstGeom>
          <a:noFill/>
          <a:ln cap="flat" cmpd="sng" w="9525">
            <a:solidFill>
              <a:srgbClr val="CFD8DC"/>
            </a:solidFill>
            <a:prstDash val="solid"/>
            <a:round/>
            <a:headEnd len="med" w="med" type="none"/>
            <a:tailEnd len="med" w="med" type="none"/>
          </a:ln>
        </p:spPr>
      </p:cxnSp>
      <p:cxnSp>
        <p:nvCxnSpPr>
          <p:cNvPr id="254" name="Google Shape;254;p35"/>
          <p:cNvCxnSpPr>
            <a:endCxn id="255" idx="6"/>
          </p:cNvCxnSpPr>
          <p:nvPr/>
        </p:nvCxnSpPr>
        <p:spPr>
          <a:xfrm rot="10800000">
            <a:off x="7601250" y="1836015"/>
            <a:ext cx="998100" cy="98100"/>
          </a:xfrm>
          <a:prstGeom prst="straightConnector1">
            <a:avLst/>
          </a:prstGeom>
          <a:noFill/>
          <a:ln cap="flat" cmpd="sng" w="9525">
            <a:solidFill>
              <a:srgbClr val="CFD8DC"/>
            </a:solidFill>
            <a:prstDash val="solid"/>
            <a:round/>
            <a:headEnd len="med" w="med" type="none"/>
            <a:tailEnd len="med" w="med" type="none"/>
          </a:ln>
        </p:spPr>
      </p:cxnSp>
      <p:sp>
        <p:nvSpPr>
          <p:cNvPr id="256" name="Google Shape;256;p35"/>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5"/>
          <p:cNvSpPr txBox="1"/>
          <p:nvPr>
            <p:ph idx="4294967295" type="title"/>
          </p:nvPr>
        </p:nvSpPr>
        <p:spPr>
          <a:xfrm>
            <a:off x="78615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Algagai estatikoak</a:t>
            </a:r>
            <a:endParaRPr sz="2600">
              <a:solidFill>
                <a:srgbClr val="073763"/>
              </a:solidFill>
            </a:endParaRPr>
          </a:p>
        </p:txBody>
      </p:sp>
      <p:sp>
        <p:nvSpPr>
          <p:cNvPr id="258" name="Google Shape;258;p35"/>
          <p:cNvSpPr txBox="1"/>
          <p:nvPr>
            <p:ph idx="4294967295" type="body"/>
          </p:nvPr>
        </p:nvSpPr>
        <p:spPr>
          <a:xfrm>
            <a:off x="180275" y="984325"/>
            <a:ext cx="4727700" cy="3660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&lt;?php</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function froga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static $a = 0;</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$a++;</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   // $a aldagaia funtzioari deitzen zaion bakoitzean handitzen da</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froga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t/>
            </a:r>
            <a:endParaRPr i="1" sz="1500">
              <a:solidFill>
                <a:srgbClr val="0000FF"/>
              </a:solidFill>
              <a:latin typeface="Courier New"/>
              <a:ea typeface="Courier New"/>
              <a:cs typeface="Courier New"/>
              <a:sym typeface="Courier New"/>
            </a:endParaRPr>
          </a:p>
          <a:p>
            <a:pPr indent="0" lvl="0" marL="0" rtl="0" algn="l">
              <a:spcBef>
                <a:spcPts val="600"/>
              </a:spcBef>
              <a:spcAft>
                <a:spcPts val="0"/>
              </a:spcAft>
              <a:buNone/>
            </a:pPr>
            <a:r>
              <a:rPr i="1" lang="en" sz="1500">
                <a:solidFill>
                  <a:srgbClr val="0000FF"/>
                </a:solidFill>
                <a:latin typeface="Courier New"/>
                <a:ea typeface="Courier New"/>
                <a:cs typeface="Courier New"/>
                <a:sym typeface="Courier New"/>
              </a:rPr>
              <a:t>?&gt;</a:t>
            </a:r>
            <a:endParaRPr i="1" sz="1400"/>
          </a:p>
          <a:p>
            <a:pPr indent="0" lvl="0" marL="0" rtl="0" algn="l">
              <a:lnSpc>
                <a:spcPct val="120000"/>
              </a:lnSpc>
              <a:spcBef>
                <a:spcPts val="600"/>
              </a:spcBef>
              <a:spcAft>
                <a:spcPts val="0"/>
              </a:spcAft>
              <a:buNone/>
            </a:pPr>
            <a:r>
              <a:t/>
            </a:r>
            <a:endParaRPr i="1"/>
          </a:p>
          <a:p>
            <a:pPr indent="0" lvl="0" marL="0" rtl="0" algn="l">
              <a:lnSpc>
                <a:spcPct val="120000"/>
              </a:lnSpc>
              <a:spcBef>
                <a:spcPts val="600"/>
              </a:spcBef>
              <a:spcAft>
                <a:spcPts val="0"/>
              </a:spcAft>
              <a:buNone/>
            </a:pPr>
            <a:r>
              <a:t/>
            </a:r>
            <a:endParaRPr i="1" sz="1400"/>
          </a:p>
          <a:p>
            <a:pPr indent="0" lvl="0" marL="0" rtl="0" algn="l">
              <a:spcBef>
                <a:spcPts val="600"/>
              </a:spcBef>
              <a:spcAft>
                <a:spcPts val="0"/>
              </a:spcAft>
              <a:buNone/>
            </a:pPr>
            <a:r>
              <a:t/>
            </a:r>
            <a:endParaRPr i="1" sz="1400"/>
          </a:p>
        </p:txBody>
      </p:sp>
      <p:sp>
        <p:nvSpPr>
          <p:cNvPr id="259" name="Google Shape;259;p35"/>
          <p:cNvSpPr txBox="1"/>
          <p:nvPr>
            <p:ph idx="4294967295" type="body"/>
          </p:nvPr>
        </p:nvSpPr>
        <p:spPr>
          <a:xfrm>
            <a:off x="5054050" y="1313225"/>
            <a:ext cx="3646200" cy="3660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2000">
                <a:solidFill>
                  <a:srgbClr val="0091EA"/>
                </a:solidFill>
              </a:rPr>
              <a:t>static </a:t>
            </a:r>
            <a:r>
              <a:rPr i="1" lang="en" sz="2000"/>
              <a:t>- aldagai estatikoak deklaratutako sententzia berean hasieratu behar dira, horrela funtzioa deitzen zaion lehenengo aldian bakarrik hasieratuko da.</a:t>
            </a:r>
            <a:endParaRPr i="1" sz="2000"/>
          </a:p>
          <a:p>
            <a:pPr indent="0" lvl="0" marL="0" rtl="0" algn="l">
              <a:spcBef>
                <a:spcPts val="600"/>
              </a:spcBef>
              <a:spcAft>
                <a:spcPts val="0"/>
              </a:spcAft>
              <a:buNone/>
            </a:pPr>
            <a:r>
              <a:rPr i="1" lang="en" sz="2000"/>
              <a:t>Aldagai honek ez du bere balioa galtzen deitzen dugun bakoitzean.</a:t>
            </a:r>
            <a:endParaRPr i="1" sz="2000"/>
          </a:p>
          <a:p>
            <a:pPr indent="0" lvl="0" marL="0" rtl="0" algn="l">
              <a:spcBef>
                <a:spcPts val="600"/>
              </a:spcBef>
              <a:spcAft>
                <a:spcPts val="0"/>
              </a:spcAft>
              <a:buNone/>
            </a:pPr>
            <a:r>
              <a:t/>
            </a:r>
            <a:endParaRPr i="1" sz="1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24</a:t>
            </a:r>
            <a:endParaRPr/>
          </a:p>
        </p:txBody>
      </p:sp>
      <p:sp>
        <p:nvSpPr>
          <p:cNvPr id="265" name="Google Shape;265;p36"/>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36"/>
          <p:cNvSpPr txBox="1"/>
          <p:nvPr>
            <p:ph idx="4294967295" type="body"/>
          </p:nvPr>
        </p:nvSpPr>
        <p:spPr>
          <a:xfrm>
            <a:off x="568100" y="611750"/>
            <a:ext cx="8166900" cy="39879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Funtzio bat duen programa bat egiten du, 0 balioarekin hasieratuko duen aldagai estatiko batekin, eta, deitzen den bakoitzean, handituko dugu baten balio hori, funtzioak balioa bueltatuko du. </a:t>
            </a:r>
            <a:endParaRPr sz="2000"/>
          </a:p>
          <a:p>
            <a:pPr indent="0" lvl="0" marL="0" rtl="0" algn="l">
              <a:lnSpc>
                <a:spcPct val="120000"/>
              </a:lnSpc>
              <a:spcBef>
                <a:spcPts val="600"/>
              </a:spcBef>
              <a:spcAft>
                <a:spcPts val="0"/>
              </a:spcAft>
              <a:buNone/>
            </a:pPr>
            <a:r>
              <a:rPr lang="en" sz="2000"/>
              <a:t>Behin funtzioa sortuta duzunean, deitu funtzioari 3 aldiz, eta bistaratu itzulitako balioa funtzioari deitzen diogun bakoitzean.</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25</a:t>
            </a:r>
            <a:endParaRPr/>
          </a:p>
        </p:txBody>
      </p:sp>
      <p:sp>
        <p:nvSpPr>
          <p:cNvPr id="272" name="Google Shape;272;p37"/>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7"/>
          <p:cNvSpPr txBox="1"/>
          <p:nvPr>
            <p:ph idx="4294967295" type="body"/>
          </p:nvPr>
        </p:nvSpPr>
        <p:spPr>
          <a:xfrm>
            <a:off x="568100" y="611750"/>
            <a:ext cx="8166900" cy="39879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1600"/>
              <a:t>Programa bat sortu behar duzu, ikasleen eta haien kalifikazi</a:t>
            </a:r>
            <a:r>
              <a:rPr lang="en" sz="1600"/>
              <a:t>oen</a:t>
            </a:r>
            <a:r>
              <a:rPr lang="en" sz="1600"/>
              <a:t> erregistroa eramateko. Horretarako </a:t>
            </a:r>
            <a:r>
              <a:rPr lang="en" sz="1600" u="sng"/>
              <a:t>array asoziatibo</a:t>
            </a:r>
            <a:r>
              <a:rPr lang="en" sz="1600"/>
              <a:t> bat erabili behar duzu informazio guzti</a:t>
            </a:r>
            <a:r>
              <a:rPr lang="en" sz="1600"/>
              <a:t>a</a:t>
            </a:r>
            <a:r>
              <a:rPr lang="en" sz="1600"/>
              <a:t> hori gordetzeko.</a:t>
            </a:r>
            <a:endParaRPr sz="1600"/>
          </a:p>
          <a:p>
            <a:pPr indent="0" lvl="0" marL="0" rtl="0" algn="l">
              <a:lnSpc>
                <a:spcPct val="120000"/>
              </a:lnSpc>
              <a:spcBef>
                <a:spcPts val="600"/>
              </a:spcBef>
              <a:spcAft>
                <a:spcPts val="0"/>
              </a:spcAft>
              <a:buNone/>
            </a:pPr>
            <a:r>
              <a:rPr b="1" i="1" lang="en" sz="1600">
                <a:solidFill>
                  <a:schemeClr val="accent2"/>
                </a:solidFill>
              </a:rPr>
              <a:t>ikasleaSortu </a:t>
            </a:r>
            <a:r>
              <a:rPr lang="en" sz="1600"/>
              <a:t>funtzioa sortuko dugu, hiru parametro onartzen dituen funtzioa: ikaslearen izena, adina eta kalifikazioa adierazten dituena. Funtzioak ikaslea erregistrora gehitu eta erregistro eguneratua itzuli behar du.</a:t>
            </a:r>
            <a:endParaRPr sz="1600"/>
          </a:p>
          <a:p>
            <a:pPr indent="0" lvl="0" marL="0" rtl="0" algn="l">
              <a:lnSpc>
                <a:spcPct val="120000"/>
              </a:lnSpc>
              <a:spcBef>
                <a:spcPts val="600"/>
              </a:spcBef>
              <a:spcAft>
                <a:spcPts val="0"/>
              </a:spcAft>
              <a:buNone/>
            </a:pPr>
            <a:r>
              <a:rPr lang="en" sz="1600"/>
              <a:t>Sortu ezazu ikaslearen izena eta erregistro osoa erakusten duen funtzioa. Funtzio honek ikaslea erregistroan izatekotan, bere izena, adina eta kalifikazioa erakutsi behar ditu, bestela erregistroan ez dagoela idatziko du. </a:t>
            </a:r>
            <a:r>
              <a:rPr b="1" i="1" lang="en" sz="1600">
                <a:solidFill>
                  <a:schemeClr val="accent2"/>
                </a:solidFill>
              </a:rPr>
              <a:t>ikasleaErakutsi</a:t>
            </a:r>
            <a:r>
              <a:rPr lang="en" sz="1600"/>
              <a:t> izena izango du funtzioak.</a:t>
            </a:r>
            <a:endParaRPr sz="1600"/>
          </a:p>
          <a:p>
            <a:pPr indent="0" lvl="0" marL="0" rtl="0" algn="l">
              <a:lnSpc>
                <a:spcPct val="120000"/>
              </a:lnSpc>
              <a:spcBef>
                <a:spcPts val="600"/>
              </a:spcBef>
              <a:spcAft>
                <a:spcPts val="0"/>
              </a:spcAft>
              <a:buNone/>
            </a:pPr>
            <a:r>
              <a:t/>
            </a:r>
            <a:endParaRPr sz="1600"/>
          </a:p>
          <a:p>
            <a:pPr indent="0" lvl="0" marL="0" rtl="0" algn="l">
              <a:lnSpc>
                <a:spcPct val="120000"/>
              </a:lnSpc>
              <a:spcBef>
                <a:spcPts val="600"/>
              </a:spcBef>
              <a:spcAft>
                <a:spcPts val="0"/>
              </a:spcAft>
              <a:buNone/>
            </a:pPr>
            <a:r>
              <a:rPr lang="en" sz="1600"/>
              <a:t>Funtzio horiek erabiliko dituen programa nagusi bat sortuko duzu, erregistroan gutxienez hiru ikasle sartzeko, eta informazioa erakusteko. </a:t>
            </a:r>
            <a:endParaRPr sz="1600"/>
          </a:p>
          <a:p>
            <a:pPr indent="0" lvl="0" marL="0" rtl="0" algn="l">
              <a:lnSpc>
                <a:spcPct val="120000"/>
              </a:lnSpc>
              <a:spcBef>
                <a:spcPts val="600"/>
              </a:spcBef>
              <a:spcAft>
                <a:spcPts val="0"/>
              </a:spcAft>
              <a:buNone/>
            </a:pPr>
            <a:r>
              <a:t/>
            </a:r>
            <a:endParaRPr sz="14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25</a:t>
            </a:r>
            <a:r>
              <a:rPr lang="en"/>
              <a:t>B</a:t>
            </a:r>
            <a:endParaRPr/>
          </a:p>
        </p:txBody>
      </p:sp>
      <p:sp>
        <p:nvSpPr>
          <p:cNvPr id="279" name="Google Shape;279;p38"/>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8"/>
          <p:cNvSpPr txBox="1"/>
          <p:nvPr>
            <p:ph idx="4294967295" type="body"/>
          </p:nvPr>
        </p:nvSpPr>
        <p:spPr>
          <a:xfrm>
            <a:off x="568100" y="611750"/>
            <a:ext cx="8166900" cy="39879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1700"/>
              <a:t>Aurreko ariketari buelta bat emango diogu…..</a:t>
            </a:r>
            <a:endParaRPr sz="1700"/>
          </a:p>
          <a:p>
            <a:pPr indent="0" lvl="0" marL="0" rtl="0" algn="l">
              <a:lnSpc>
                <a:spcPct val="120000"/>
              </a:lnSpc>
              <a:spcBef>
                <a:spcPts val="600"/>
              </a:spcBef>
              <a:spcAft>
                <a:spcPts val="0"/>
              </a:spcAft>
              <a:buNone/>
            </a:pPr>
            <a:r>
              <a:rPr lang="en" sz="1700"/>
              <a:t>Oraingo honetan, ikasleen kalifikazioak bat bakarra izan beharrean, 6 izango dira, modulu guztien kalifikazioak. Beraz, arraya aldatu beharko da, multidimesionala bihurtzen.</a:t>
            </a:r>
            <a:endParaRPr sz="1700"/>
          </a:p>
          <a:p>
            <a:pPr indent="0" lvl="0" marL="0" rtl="0" algn="l">
              <a:lnSpc>
                <a:spcPct val="120000"/>
              </a:lnSpc>
              <a:spcBef>
                <a:spcPts val="600"/>
              </a:spcBef>
              <a:spcAft>
                <a:spcPts val="0"/>
              </a:spcAft>
              <a:buNone/>
            </a:pPr>
            <a:r>
              <a:rPr lang="en" sz="1700"/>
              <a:t>Eta bestetik, funtzio berri bat sortu behar duzu, </a:t>
            </a:r>
            <a:r>
              <a:rPr b="1" i="1" lang="en" sz="1700">
                <a:solidFill>
                  <a:schemeClr val="accent2"/>
                </a:solidFill>
              </a:rPr>
              <a:t>batazbestekoa</a:t>
            </a:r>
            <a:r>
              <a:rPr lang="en" sz="1700"/>
              <a:t> izenarekin, non ikasle baten erregistroa onartu eta kalifikazioen batez bestekoa kalkulatzen duen. Funtzioak kalkulatutako batezbestekoa itzuli behar du.</a:t>
            </a:r>
            <a:endParaRPr sz="1700"/>
          </a:p>
          <a:p>
            <a:pPr indent="0" lvl="0" marL="0" rtl="0" algn="l">
              <a:lnSpc>
                <a:spcPct val="120000"/>
              </a:lnSpc>
              <a:spcBef>
                <a:spcPts val="600"/>
              </a:spcBef>
              <a:spcAft>
                <a:spcPts val="0"/>
              </a:spcAft>
              <a:buNone/>
            </a:pPr>
            <a:r>
              <a:t/>
            </a:r>
            <a:endParaRPr sz="14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PHPk errekurtsibitatea onartzen du ere, hau da, funtzio batek bere buruari deitu diezaioke. Hau da, funtzioaren kodearen barruan badago funtzio horreri egindako deia, baina noski, beste parametro bategaz.</a:t>
            </a:r>
            <a:endParaRPr sz="2100"/>
          </a:p>
          <a:p>
            <a:pPr indent="0" lvl="0" marL="45720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function recursiva($arg){</a:t>
            </a:r>
            <a:endParaRPr sz="15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	Instr1;</a:t>
            </a:r>
            <a:endParaRPr sz="1500">
              <a:solidFill>
                <a:srgbClr val="0000FF"/>
              </a:solidFill>
              <a:latin typeface="Courier New"/>
              <a:ea typeface="Courier New"/>
              <a:cs typeface="Courier New"/>
              <a:sym typeface="Courier New"/>
            </a:endParaRPr>
          </a:p>
          <a:p>
            <a:pPr indent="457200" lvl="0" marL="45720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recursiva</a:t>
            </a:r>
            <a:r>
              <a:rPr lang="en" sz="1500">
                <a:solidFill>
                  <a:srgbClr val="0000FF"/>
                </a:solidFill>
                <a:latin typeface="Courier New"/>
                <a:ea typeface="Courier New"/>
                <a:cs typeface="Courier New"/>
                <a:sym typeface="Courier New"/>
              </a:rPr>
              <a:t>($arg2);</a:t>
            </a:r>
            <a:endParaRPr sz="1500">
              <a:solidFill>
                <a:srgbClr val="0000FF"/>
              </a:solidFill>
              <a:latin typeface="Courier New"/>
              <a:ea typeface="Courier New"/>
              <a:cs typeface="Courier New"/>
              <a:sym typeface="Courier New"/>
            </a:endParaRPr>
          </a:p>
          <a:p>
            <a:pPr indent="457200" lvl="0" marL="45720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instr2;</a:t>
            </a:r>
            <a:endParaRPr sz="15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500">
                <a:solidFill>
                  <a:srgbClr val="0000FF"/>
                </a:solidFill>
                <a:latin typeface="Courier New"/>
                <a:ea typeface="Courier New"/>
                <a:cs typeface="Courier New"/>
                <a:sym typeface="Courier New"/>
              </a:rPr>
              <a:t>}</a:t>
            </a:r>
            <a:endParaRPr sz="15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286" name="Google Shape;286;p39"/>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39"/>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Errekurtsibitatea</a:t>
            </a:r>
            <a:endParaRPr sz="2600">
              <a:solidFill>
                <a:srgbClr val="073763"/>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Honen adibide arrutan izaten da zenbaki baten faktoriala lortu nahi dugunean, hurrengo adibidean dugu horren kodea. Eta naiz eta beste modu baten ere egin daitekeen, hau era bat da:</a:t>
            </a:r>
            <a:endParaRPr sz="1500"/>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function factorial($n){</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    if($n==1)</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        return 1;</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    else</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        return $n * factorial($n-1);</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$resultado = factorial(3);</a:t>
            </a:r>
            <a:endParaRPr sz="1300">
              <a:solidFill>
                <a:srgbClr val="0000FF"/>
              </a:solidFill>
              <a:latin typeface="Courier New"/>
              <a:ea typeface="Courier New"/>
              <a:cs typeface="Courier New"/>
              <a:sym typeface="Courier New"/>
            </a:endParaRPr>
          </a:p>
          <a:p>
            <a:pPr indent="0" lvl="0" marL="457200" rtl="0" algn="l">
              <a:lnSpc>
                <a:spcPct val="130000"/>
              </a:lnSpc>
              <a:spcBef>
                <a:spcPts val="600"/>
              </a:spcBef>
              <a:spcAft>
                <a:spcPts val="0"/>
              </a:spcAft>
              <a:buNone/>
            </a:pPr>
            <a:r>
              <a:rPr lang="en" sz="1300">
                <a:solidFill>
                  <a:srgbClr val="0000FF"/>
                </a:solidFill>
                <a:latin typeface="Courier New"/>
                <a:ea typeface="Courier New"/>
                <a:cs typeface="Courier New"/>
                <a:sym typeface="Courier New"/>
              </a:rPr>
              <a:t>echo $resultado;</a:t>
            </a:r>
            <a:endParaRPr sz="1300">
              <a:solidFill>
                <a:srgbClr val="0000FF"/>
              </a:solidFill>
              <a:latin typeface="Courier New"/>
              <a:ea typeface="Courier New"/>
              <a:cs typeface="Courier New"/>
              <a:sym typeface="Courier New"/>
            </a:endParaRPr>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293" name="Google Shape;293;p40"/>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0"/>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Errekurtsibitatea</a:t>
            </a:r>
            <a:endParaRPr sz="2600">
              <a:solidFill>
                <a:srgbClr val="073763"/>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1"/>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Bi funtzio hauek deia egiten diete kanpoko beste fitxategi batzuei, baina modu ezberdinean:</a:t>
            </a:r>
            <a:endParaRPr sz="2100"/>
          </a:p>
          <a:p>
            <a:pPr indent="0" lvl="0" marL="0" rtl="0" algn="l">
              <a:lnSpc>
                <a:spcPct val="130000"/>
              </a:lnSpc>
              <a:spcBef>
                <a:spcPts val="600"/>
              </a:spcBef>
              <a:spcAft>
                <a:spcPts val="0"/>
              </a:spcAft>
              <a:buNone/>
            </a:pPr>
            <a:r>
              <a:rPr b="1" lang="en" sz="2100">
                <a:solidFill>
                  <a:schemeClr val="accent1"/>
                </a:solidFill>
              </a:rPr>
              <a:t>i</a:t>
            </a:r>
            <a:r>
              <a:rPr b="1" lang="en" sz="2100">
                <a:solidFill>
                  <a:schemeClr val="accent1"/>
                </a:solidFill>
              </a:rPr>
              <a:t>nclude() </a:t>
            </a:r>
            <a:r>
              <a:rPr lang="en" sz="2100"/>
              <a:t>- fitxategian dagoen kodea modu literal baten txertatzen dugu gure scriptean</a:t>
            </a:r>
            <a:endParaRPr sz="2100"/>
          </a:p>
          <a:p>
            <a:pPr indent="0" lvl="0" marL="0" rtl="0" algn="l">
              <a:lnSpc>
                <a:spcPct val="130000"/>
              </a:lnSpc>
              <a:spcBef>
                <a:spcPts val="600"/>
              </a:spcBef>
              <a:spcAft>
                <a:spcPts val="0"/>
              </a:spcAft>
              <a:buNone/>
            </a:pPr>
            <a:r>
              <a:rPr b="1" lang="en" sz="2100">
                <a:solidFill>
                  <a:schemeClr val="accent1"/>
                </a:solidFill>
              </a:rPr>
              <a:t>require()</a:t>
            </a:r>
            <a:r>
              <a:rPr lang="en" sz="2100"/>
              <a:t> - honegaz esaten diogu gure scriptak beharko duela fitxategi horretan dagoen kode zati bat.</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rPr lang="en" sz="2100"/>
              <a:t>Horrek fitxategiak ez dute zertan php fitxategiak izan behar, edozein motatakoa izan daiteke.</a:t>
            </a:r>
            <a:endParaRPr sz="2100"/>
          </a:p>
          <a:p>
            <a:pPr indent="0" lvl="0" marL="457200" rtl="0" algn="l">
              <a:lnSpc>
                <a:spcPct val="130000"/>
              </a:lnSpc>
              <a:spcBef>
                <a:spcPts val="600"/>
              </a:spcBef>
              <a:spcAft>
                <a:spcPts val="0"/>
              </a:spcAft>
              <a:buNone/>
            </a:pPr>
            <a:r>
              <a:t/>
            </a:r>
            <a:endParaRPr sz="13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300" name="Google Shape;300;p41"/>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1"/>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include() y require()</a:t>
            </a:r>
            <a:endParaRPr sz="2600">
              <a:solidFill>
                <a:srgbClr val="073763"/>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2"/>
          <p:cNvSpPr txBox="1"/>
          <p:nvPr>
            <p:ph idx="1" type="body"/>
          </p:nvPr>
        </p:nvSpPr>
        <p:spPr>
          <a:xfrm>
            <a:off x="189075" y="702600"/>
            <a:ext cx="81687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Demagun horrelako kode bat topatzen dugula:</a:t>
            </a:r>
            <a:endParaRPr sz="2100"/>
          </a:p>
          <a:p>
            <a:pPr indent="0" lvl="0" marL="457200" rtl="0" algn="l">
              <a:lnSpc>
                <a:spcPct val="130000"/>
              </a:lnSpc>
              <a:spcBef>
                <a:spcPts val="600"/>
              </a:spcBef>
              <a:spcAft>
                <a:spcPts val="0"/>
              </a:spcAft>
              <a:buNone/>
            </a:pPr>
            <a:r>
              <a:t/>
            </a:r>
            <a:endParaRPr sz="1300"/>
          </a:p>
          <a:p>
            <a:pPr indent="0" lvl="0" marL="0" rtl="0" algn="l">
              <a:lnSpc>
                <a:spcPct val="130000"/>
              </a:lnSpc>
              <a:spcBef>
                <a:spcPts val="600"/>
              </a:spcBef>
              <a:spcAft>
                <a:spcPts val="0"/>
              </a:spcAft>
              <a:buNone/>
            </a:pPr>
            <a:r>
              <a:rPr lang="en" sz="2100"/>
              <a:t>Header.inc kode hau baldin badu:</a:t>
            </a:r>
            <a:endParaRPr sz="2100"/>
          </a:p>
          <a:p>
            <a:pPr indent="457200" lvl="0" marL="3200400" rtl="0" algn="r">
              <a:lnSpc>
                <a:spcPct val="130000"/>
              </a:lnSpc>
              <a:spcBef>
                <a:spcPts val="600"/>
              </a:spcBef>
              <a:spcAft>
                <a:spcPts val="0"/>
              </a:spcAft>
              <a:buNone/>
            </a:pPr>
            <a:r>
              <a:rPr lang="en" sz="2100">
                <a:solidFill>
                  <a:schemeClr val="accent1"/>
                </a:solidFill>
              </a:rPr>
              <a:t>Gure kodea horrela gertauko litzateke:</a:t>
            </a:r>
            <a:endParaRPr sz="2100">
              <a:solidFill>
                <a:schemeClr val="accent1"/>
              </a:solidFill>
            </a:endParaRPr>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rPr lang="en" sz="2100"/>
              <a:t>Eta footer.inc beste hau: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307" name="Google Shape;307;p42"/>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2"/>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include() </a:t>
            </a:r>
            <a:endParaRPr sz="2600">
              <a:solidFill>
                <a:srgbClr val="073763"/>
              </a:solidFill>
            </a:endParaRPr>
          </a:p>
        </p:txBody>
      </p:sp>
      <p:pic>
        <p:nvPicPr>
          <p:cNvPr id="309" name="Google Shape;309;p42"/>
          <p:cNvPicPr preferRelativeResize="0"/>
          <p:nvPr/>
        </p:nvPicPr>
        <p:blipFill>
          <a:blip r:embed="rId3">
            <a:alphaModFix/>
          </a:blip>
          <a:stretch>
            <a:fillRect/>
          </a:stretch>
        </p:blipFill>
        <p:spPr>
          <a:xfrm>
            <a:off x="5792575" y="577350"/>
            <a:ext cx="3409950" cy="1390650"/>
          </a:xfrm>
          <a:prstGeom prst="rect">
            <a:avLst/>
          </a:prstGeom>
          <a:noFill/>
          <a:ln>
            <a:noFill/>
          </a:ln>
        </p:spPr>
      </p:pic>
      <p:pic>
        <p:nvPicPr>
          <p:cNvPr id="310" name="Google Shape;310;p42"/>
          <p:cNvPicPr preferRelativeResize="0"/>
          <p:nvPr/>
        </p:nvPicPr>
        <p:blipFill>
          <a:blip r:embed="rId4">
            <a:alphaModFix/>
          </a:blip>
          <a:stretch>
            <a:fillRect/>
          </a:stretch>
        </p:blipFill>
        <p:spPr>
          <a:xfrm>
            <a:off x="924188" y="2158025"/>
            <a:ext cx="1381125" cy="742950"/>
          </a:xfrm>
          <a:prstGeom prst="rect">
            <a:avLst/>
          </a:prstGeom>
          <a:noFill/>
          <a:ln>
            <a:noFill/>
          </a:ln>
        </p:spPr>
      </p:pic>
      <p:pic>
        <p:nvPicPr>
          <p:cNvPr id="311" name="Google Shape;311;p42"/>
          <p:cNvPicPr preferRelativeResize="0"/>
          <p:nvPr/>
        </p:nvPicPr>
        <p:blipFill>
          <a:blip r:embed="rId5">
            <a:alphaModFix/>
          </a:blip>
          <a:stretch>
            <a:fillRect/>
          </a:stretch>
        </p:blipFill>
        <p:spPr>
          <a:xfrm>
            <a:off x="962288" y="3778500"/>
            <a:ext cx="1304925" cy="742950"/>
          </a:xfrm>
          <a:prstGeom prst="rect">
            <a:avLst/>
          </a:prstGeom>
          <a:noFill/>
          <a:ln>
            <a:noFill/>
          </a:ln>
        </p:spPr>
      </p:pic>
      <p:pic>
        <p:nvPicPr>
          <p:cNvPr id="312" name="Google Shape;312;p42"/>
          <p:cNvPicPr preferRelativeResize="0"/>
          <p:nvPr/>
        </p:nvPicPr>
        <p:blipFill>
          <a:blip r:embed="rId6">
            <a:alphaModFix/>
          </a:blip>
          <a:stretch>
            <a:fillRect/>
          </a:stretch>
        </p:blipFill>
        <p:spPr>
          <a:xfrm>
            <a:off x="5265950" y="2669350"/>
            <a:ext cx="2647950" cy="2019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3"/>
          <p:cNvSpPr txBox="1"/>
          <p:nvPr>
            <p:ph idx="1" type="body"/>
          </p:nvPr>
        </p:nvSpPr>
        <p:spPr>
          <a:xfrm>
            <a:off x="189075" y="702600"/>
            <a:ext cx="81687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Badugu hurrengo kodea</a:t>
            </a:r>
            <a:r>
              <a:rPr lang="en" sz="2100"/>
              <a:t>:</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rPr lang="en" sz="2100"/>
              <a:t>Izan daiteke adibidez config.inc izatea horrelako zeozer:</a:t>
            </a:r>
            <a:endParaRPr sz="2100"/>
          </a:p>
          <a:p>
            <a:pPr indent="0" lvl="0" marL="0" rtl="0" algn="l">
              <a:lnSpc>
                <a:spcPct val="130000"/>
              </a:lnSpc>
              <a:spcBef>
                <a:spcPts val="600"/>
              </a:spcBef>
              <a:spcAft>
                <a:spcPts val="0"/>
              </a:spcAft>
              <a:buNone/>
            </a:pPr>
            <a:r>
              <a:rPr lang="en" sz="2100"/>
              <a:t>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318" name="Google Shape;318;p43"/>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3"/>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require</a:t>
            </a:r>
            <a:r>
              <a:rPr lang="en" sz="2600">
                <a:solidFill>
                  <a:srgbClr val="073763"/>
                </a:solidFill>
              </a:rPr>
              <a:t>() </a:t>
            </a:r>
            <a:endParaRPr sz="2600">
              <a:solidFill>
                <a:srgbClr val="073763"/>
              </a:solidFill>
            </a:endParaRPr>
          </a:p>
        </p:txBody>
      </p:sp>
      <p:pic>
        <p:nvPicPr>
          <p:cNvPr id="320" name="Google Shape;320;p43"/>
          <p:cNvPicPr preferRelativeResize="0"/>
          <p:nvPr/>
        </p:nvPicPr>
        <p:blipFill>
          <a:blip r:embed="rId3">
            <a:alphaModFix/>
          </a:blip>
          <a:stretch>
            <a:fillRect/>
          </a:stretch>
        </p:blipFill>
        <p:spPr>
          <a:xfrm>
            <a:off x="346963" y="1321038"/>
            <a:ext cx="3971925" cy="1762125"/>
          </a:xfrm>
          <a:prstGeom prst="rect">
            <a:avLst/>
          </a:prstGeom>
          <a:noFill/>
          <a:ln>
            <a:noFill/>
          </a:ln>
        </p:spPr>
      </p:pic>
      <p:pic>
        <p:nvPicPr>
          <p:cNvPr id="321" name="Google Shape;321;p43"/>
          <p:cNvPicPr preferRelativeResize="0"/>
          <p:nvPr/>
        </p:nvPicPr>
        <p:blipFill>
          <a:blip r:embed="rId4">
            <a:alphaModFix/>
          </a:blip>
          <a:stretch>
            <a:fillRect/>
          </a:stretch>
        </p:blipFill>
        <p:spPr>
          <a:xfrm>
            <a:off x="2587500" y="3816400"/>
            <a:ext cx="3371850" cy="933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 type="body"/>
          </p:nvPr>
        </p:nvSpPr>
        <p:spPr>
          <a:xfrm>
            <a:off x="504400" y="702600"/>
            <a:ext cx="7853400" cy="4123500"/>
          </a:xfrm>
          <a:prstGeom prst="rect">
            <a:avLst/>
          </a:prstGeom>
        </p:spPr>
        <p:txBody>
          <a:bodyPr anchorCtr="0" anchor="t" bIns="91425" lIns="91425" spcFirstLastPara="1" rIns="91425" wrap="square" tIns="91425">
            <a:noAutofit/>
          </a:bodyPr>
          <a:lstStyle/>
          <a:p>
            <a:pPr indent="0" lvl="0" marL="0" rtl="0" algn="l">
              <a:lnSpc>
                <a:spcPct val="130000"/>
              </a:lnSpc>
              <a:spcBef>
                <a:spcPts val="600"/>
              </a:spcBef>
              <a:spcAft>
                <a:spcPts val="0"/>
              </a:spcAft>
              <a:buNone/>
            </a:pPr>
            <a:r>
              <a:rPr lang="en" sz="2100"/>
              <a:t>Bi funtzio hauen arteko ezberdintasun bat da ere, includen edo requiren dagoen fitxategi bat faltatzekotan, includeren kasuan warning bat aterako da, baina scripta exekutzatzen jarraituko du, aldiz require-ren kasuan errorea emango du eta scripta geldituko da.</a:t>
            </a:r>
            <a:endParaRPr sz="21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rPr lang="en" sz="2100"/>
              <a:t>Existitzen dira ere</a:t>
            </a:r>
            <a:r>
              <a:rPr lang="en" sz="2100">
                <a:solidFill>
                  <a:schemeClr val="accent1"/>
                </a:solidFill>
              </a:rPr>
              <a:t> include_once()</a:t>
            </a:r>
            <a:r>
              <a:rPr lang="en" sz="2100"/>
              <a:t> eta </a:t>
            </a:r>
            <a:r>
              <a:rPr lang="en" sz="2100">
                <a:solidFill>
                  <a:schemeClr val="accent1"/>
                </a:solidFill>
              </a:rPr>
              <a:t>require_once()</a:t>
            </a:r>
            <a:r>
              <a:rPr lang="en" sz="2100"/>
              <a:t>, kasu honetan funtzioa sartuta baldin badago jada, ez du berriro sartzen, aurrekoetan bai.</a:t>
            </a:r>
            <a:endParaRPr sz="2100"/>
          </a:p>
          <a:p>
            <a:pPr indent="0" lvl="0" marL="457200" rtl="0" algn="l">
              <a:lnSpc>
                <a:spcPct val="130000"/>
              </a:lnSpc>
              <a:spcBef>
                <a:spcPts val="600"/>
              </a:spcBef>
              <a:spcAft>
                <a:spcPts val="0"/>
              </a:spcAft>
              <a:buNone/>
            </a:pPr>
            <a:r>
              <a:t/>
            </a:r>
            <a:endParaRPr sz="1300"/>
          </a:p>
          <a:p>
            <a:pPr indent="0" lvl="0" marL="0" rtl="0" algn="l">
              <a:lnSpc>
                <a:spcPct val="130000"/>
              </a:lnSpc>
              <a:spcBef>
                <a:spcPts val="600"/>
              </a:spcBef>
              <a:spcAft>
                <a:spcPts val="0"/>
              </a:spcAft>
              <a:buNone/>
            </a:pPr>
            <a:r>
              <a:t/>
            </a:r>
            <a:endParaRPr sz="2100"/>
          </a:p>
          <a:p>
            <a:pPr indent="0" lvl="0" marL="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457200" rtl="0" algn="l">
              <a:lnSpc>
                <a:spcPct val="130000"/>
              </a:lnSpc>
              <a:spcBef>
                <a:spcPts val="600"/>
              </a:spcBef>
              <a:spcAft>
                <a:spcPts val="0"/>
              </a:spcAft>
              <a:buNone/>
            </a:pPr>
            <a:r>
              <a:t/>
            </a:r>
            <a:endParaRPr sz="2100"/>
          </a:p>
          <a:p>
            <a:pPr indent="0" lvl="0" marL="0" rtl="0" algn="l">
              <a:spcBef>
                <a:spcPts val="600"/>
              </a:spcBef>
              <a:spcAft>
                <a:spcPts val="0"/>
              </a:spcAft>
              <a:buNone/>
            </a:pPr>
            <a:r>
              <a:t/>
            </a:r>
            <a:endParaRPr sz="2000"/>
          </a:p>
        </p:txBody>
      </p:sp>
      <p:sp>
        <p:nvSpPr>
          <p:cNvPr id="327" name="Google Shape;327;p44"/>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4"/>
          <p:cNvSpPr txBox="1"/>
          <p:nvPr>
            <p:ph type="title"/>
          </p:nvPr>
        </p:nvSpPr>
        <p:spPr>
          <a:xfrm>
            <a:off x="806875"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solidFill>
                  <a:srgbClr val="073763"/>
                </a:solidFill>
              </a:rPr>
              <a:t>include() y require()</a:t>
            </a:r>
            <a:endParaRPr sz="2600">
              <a:solidFill>
                <a:srgbClr val="07376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26</a:t>
            </a:r>
            <a:endParaRPr/>
          </a:p>
        </p:txBody>
      </p:sp>
      <p:sp>
        <p:nvSpPr>
          <p:cNvPr id="334" name="Google Shape;334;p45"/>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idx="4294967295" type="body"/>
          </p:nvPr>
        </p:nvSpPr>
        <p:spPr>
          <a:xfrm>
            <a:off x="317175" y="611750"/>
            <a:ext cx="7824900" cy="44700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"Harri, Horri, Ar" jolasa programatuko dugu. Lehenengo eta behin, array bat sortuko dugu 3 aukerekin: 0 - Harri, 1 - Horri, 2 - Ar.</a:t>
            </a:r>
            <a:endParaRPr sz="2000"/>
          </a:p>
          <a:p>
            <a:pPr indent="0" lvl="0" marL="0" rtl="0" algn="l">
              <a:lnSpc>
                <a:spcPct val="120000"/>
              </a:lnSpc>
              <a:spcBef>
                <a:spcPts val="600"/>
              </a:spcBef>
              <a:spcAft>
                <a:spcPts val="0"/>
              </a:spcAft>
              <a:buNone/>
            </a:pPr>
            <a:r>
              <a:rPr lang="en" sz="2000"/>
              <a:t>Alde batetik, programak hautazko aukera bat egingo du (random batekin) eta jokalariarentzat beste aldagai bat sortuko dugu, eta hautaz ere aukeratuko da. </a:t>
            </a:r>
            <a:endParaRPr sz="2000"/>
          </a:p>
          <a:p>
            <a:pPr indent="0" lvl="0" marL="0" rtl="0" algn="l">
              <a:lnSpc>
                <a:spcPct val="120000"/>
              </a:lnSpc>
              <a:spcBef>
                <a:spcPts val="600"/>
              </a:spcBef>
              <a:spcAft>
                <a:spcPts val="0"/>
              </a:spcAft>
              <a:buNone/>
            </a:pPr>
            <a:r>
              <a:rPr lang="en" sz="2000"/>
              <a:t>Funtzio bat sortuko dugu konparaketa egiteko jokalari eta makinaren aukeren artean.</a:t>
            </a:r>
            <a:endParaRPr sz="2000"/>
          </a:p>
          <a:p>
            <a:pPr indent="0" lvl="0" marL="0" rtl="0" algn="l">
              <a:lnSpc>
                <a:spcPct val="120000"/>
              </a:lnSpc>
              <a:spcBef>
                <a:spcPts val="600"/>
              </a:spcBef>
              <a:spcAft>
                <a:spcPts val="0"/>
              </a:spcAft>
              <a:buNone/>
            </a:pPr>
            <a:r>
              <a:rPr lang="en" sz="2000"/>
              <a:t>3 biderretan irabazten duenak, jolasa irabaziko du.</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26</a:t>
            </a:r>
            <a:endParaRPr/>
          </a:p>
        </p:txBody>
      </p:sp>
      <p:sp>
        <p:nvSpPr>
          <p:cNvPr id="341" name="Google Shape;341;p46"/>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46"/>
          <p:cNvSpPr txBox="1"/>
          <p:nvPr>
            <p:ph idx="4294967295" type="body"/>
          </p:nvPr>
        </p:nvSpPr>
        <p:spPr>
          <a:xfrm>
            <a:off x="240975" y="611750"/>
            <a:ext cx="4671900" cy="44700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t/>
            </a:r>
            <a:endParaRPr sz="1600"/>
          </a:p>
          <a:p>
            <a:pPr indent="0" lvl="0" marL="0" rtl="0" algn="l">
              <a:lnSpc>
                <a:spcPct val="120000"/>
              </a:lnSpc>
              <a:spcBef>
                <a:spcPts val="600"/>
              </a:spcBef>
              <a:spcAft>
                <a:spcPts val="0"/>
              </a:spcAft>
              <a:buNone/>
            </a:pPr>
            <a:r>
              <a:rPr lang="en" sz="1800"/>
              <a:t>Konparaketa egiteko funtzio bat sortuko dugu: </a:t>
            </a:r>
            <a:r>
              <a:rPr b="1" i="1" lang="en" sz="1800">
                <a:solidFill>
                  <a:schemeClr val="accent2"/>
                </a:solidFill>
              </a:rPr>
              <a:t>irabazleaAukeratu()</a:t>
            </a:r>
            <a:endParaRPr b="1" i="1" sz="1800">
              <a:solidFill>
                <a:schemeClr val="accent2"/>
              </a:solidFill>
            </a:endParaRPr>
          </a:p>
          <a:p>
            <a:pPr indent="0" lvl="0" marL="0" rtl="0" algn="l">
              <a:lnSpc>
                <a:spcPct val="120000"/>
              </a:lnSpc>
              <a:spcBef>
                <a:spcPts val="600"/>
              </a:spcBef>
              <a:spcAft>
                <a:spcPts val="0"/>
              </a:spcAft>
              <a:buNone/>
            </a:pPr>
            <a:r>
              <a:rPr b="1" lang="en" sz="1800">
                <a:solidFill>
                  <a:schemeClr val="accent1"/>
                </a:solidFill>
              </a:rPr>
              <a:t>include()</a:t>
            </a:r>
            <a:r>
              <a:rPr lang="en" sz="1800"/>
              <a:t> erabili goiko partea (irudia barne) egiteko eta footerra egiteko ere (autorea…)</a:t>
            </a:r>
            <a:endParaRPr sz="22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pic>
        <p:nvPicPr>
          <p:cNvPr id="343" name="Google Shape;343;p46"/>
          <p:cNvPicPr preferRelativeResize="0"/>
          <p:nvPr/>
        </p:nvPicPr>
        <p:blipFill>
          <a:blip r:embed="rId3">
            <a:alphaModFix/>
          </a:blip>
          <a:stretch>
            <a:fillRect/>
          </a:stretch>
        </p:blipFill>
        <p:spPr>
          <a:xfrm>
            <a:off x="4989088" y="0"/>
            <a:ext cx="3883674" cy="5143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7"/>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27</a:t>
            </a:r>
            <a:endParaRPr/>
          </a:p>
        </p:txBody>
      </p:sp>
      <p:sp>
        <p:nvSpPr>
          <p:cNvPr id="349" name="Google Shape;349;p47"/>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47"/>
          <p:cNvSpPr txBox="1"/>
          <p:nvPr>
            <p:ph idx="4294967295" type="body"/>
          </p:nvPr>
        </p:nvSpPr>
        <p:spPr>
          <a:xfrm>
            <a:off x="568100" y="611750"/>
            <a:ext cx="8166900" cy="43716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Orrialde bat sortu. Sartu goiburua eta orri-oina include() funtzioarekin. 0tik 5era bitarteko zenbaki bat aukeratuko dugu (random), eta zenbaki horrekin hau izango da. Switch() estruktura erabiliko dugu.</a:t>
            </a:r>
            <a:endParaRPr sz="2000"/>
          </a:p>
          <a:p>
            <a:pPr indent="0" lvl="0" marL="0" rtl="0" algn="l">
              <a:lnSpc>
                <a:spcPct val="120000"/>
              </a:lnSpc>
              <a:spcBef>
                <a:spcPts val="600"/>
              </a:spcBef>
              <a:spcAft>
                <a:spcPts val="0"/>
              </a:spcAft>
              <a:buNone/>
            </a:pPr>
            <a:r>
              <a:rPr lang="en" sz="2000"/>
              <a:t>0-– “Ez du sarbiderik” mezua aterako du eta beste zenbaki bat aterako du.</a:t>
            </a:r>
            <a:endParaRPr sz="2000"/>
          </a:p>
          <a:p>
            <a:pPr indent="0" lvl="0" marL="0" rtl="0" algn="l">
              <a:lnSpc>
                <a:spcPct val="120000"/>
              </a:lnSpc>
              <a:spcBef>
                <a:spcPts val="600"/>
              </a:spcBef>
              <a:spcAft>
                <a:spcPts val="0"/>
              </a:spcAft>
              <a:buNone/>
            </a:pPr>
            <a:r>
              <a:rPr lang="en" sz="2000"/>
              <a:t>1-– Ongi etorri, egun on bat pasa! Mezua aterako du</a:t>
            </a:r>
            <a:endParaRPr sz="2000"/>
          </a:p>
          <a:p>
            <a:pPr indent="0" lvl="0" marL="0" rtl="0" algn="l">
              <a:lnSpc>
                <a:spcPct val="120000"/>
              </a:lnSpc>
              <a:spcBef>
                <a:spcPts val="600"/>
              </a:spcBef>
              <a:spcAft>
                <a:spcPts val="0"/>
              </a:spcAft>
              <a:buNone/>
            </a:pPr>
            <a:r>
              <a:rPr lang="en" sz="2000"/>
              <a:t>2-– Zenbaki baten biderketa-taula erakutsiko du (1etik 10era ausaz ateratakoa) elementu bakoitza zenb x 1 = balioa, zenb x 2= formakoa izango den taula batean balioa… Honetarako funtzio bat sortu</a:t>
            </a:r>
            <a:endParaRPr sz="2000"/>
          </a:p>
          <a:p>
            <a:pPr indent="0" lvl="0" marL="0" rtl="0" algn="l">
              <a:lnSpc>
                <a:spcPct val="120000"/>
              </a:lnSpc>
              <a:spcBef>
                <a:spcPts val="600"/>
              </a:spcBef>
              <a:spcAft>
                <a:spcPts val="0"/>
              </a:spcAft>
              <a:buNone/>
            </a:pPr>
            <a:r>
              <a:rPr lang="en" sz="2000"/>
              <a:t>3 -– 4 zutabeko taula batean, erakutsi 4 irudi. Funtzio baten egin</a:t>
            </a:r>
            <a:endParaRPr sz="2000"/>
          </a:p>
          <a:p>
            <a:pPr indent="0" lvl="0" marL="0" rtl="0" algn="l">
              <a:lnSpc>
                <a:spcPct val="120000"/>
              </a:lnSpc>
              <a:spcBef>
                <a:spcPts val="600"/>
              </a:spcBef>
              <a:spcAft>
                <a:spcPts val="0"/>
              </a:spcAft>
              <a:buNone/>
            </a:pPr>
            <a:r>
              <a:rPr lang="en" sz="2000"/>
              <a:t>— Ez badago 0 eta 3ren artean “Zenbakia ez dago 0 eta 3 artean” mezua atera</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type="title"/>
          </p:nvPr>
        </p:nvSpPr>
        <p:spPr>
          <a:xfrm>
            <a:off x="570400" y="-5"/>
            <a:ext cx="7571700" cy="70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Ariketa 28</a:t>
            </a:r>
            <a:endParaRPr/>
          </a:p>
        </p:txBody>
      </p:sp>
      <p:sp>
        <p:nvSpPr>
          <p:cNvPr id="356" name="Google Shape;356;p48"/>
          <p:cNvSpPr txBox="1"/>
          <p:nvPr>
            <p:ph idx="12" type="sldNum"/>
          </p:nvPr>
        </p:nvSpPr>
        <p:spPr>
          <a:xfrm>
            <a:off x="84043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7" name="Google Shape;357;p48"/>
          <p:cNvSpPr txBox="1"/>
          <p:nvPr>
            <p:ph idx="4294967295" type="body"/>
          </p:nvPr>
        </p:nvSpPr>
        <p:spPr>
          <a:xfrm>
            <a:off x="568100" y="611750"/>
            <a:ext cx="8166900" cy="4249200"/>
          </a:xfrm>
          <a:prstGeom prst="rect">
            <a:avLst/>
          </a:prstGeom>
        </p:spPr>
        <p:txBody>
          <a:bodyPr anchorCtr="0" anchor="t" bIns="91425" lIns="91425" spcFirstLastPara="1" rIns="91425" wrap="square" tIns="91425">
            <a:noAutofit/>
          </a:bodyPr>
          <a:lstStyle/>
          <a:p>
            <a:pPr indent="0" lvl="0" marL="0" rtl="0" algn="l">
              <a:lnSpc>
                <a:spcPct val="120000"/>
              </a:lnSpc>
              <a:spcBef>
                <a:spcPts val="600"/>
              </a:spcBef>
              <a:spcAft>
                <a:spcPts val="0"/>
              </a:spcAft>
              <a:buNone/>
            </a:pPr>
            <a:r>
              <a:rPr lang="en" sz="2000"/>
              <a:t>Erakutsi 4 bider 4ko taula bat, lehenengo 4 elementuen berreketak (</a:t>
            </a:r>
            <a:r>
              <a:rPr i="1" lang="en" sz="2000"/>
              <a:t>php-ko pow() funtzioa erabili dezakezue</a:t>
            </a:r>
            <a:r>
              <a:rPr lang="en" sz="2000"/>
              <a:t>) erakutsi (</a:t>
            </a:r>
            <a:r>
              <a:rPr i="1" lang="en" sz="2000"/>
              <a:t>kalkulatu behar dituen funtzioa egin</a:t>
            </a:r>
            <a:r>
              <a:rPr lang="en" sz="2000"/>
              <a:t>).</a:t>
            </a:r>
            <a:endParaRPr sz="2000"/>
          </a:p>
          <a:p>
            <a:pPr indent="0" lvl="0" marL="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sz="2000"/>
          </a:p>
          <a:p>
            <a:pPr indent="0" lvl="0" marL="457200" rtl="0" algn="l">
              <a:lnSpc>
                <a:spcPct val="120000"/>
              </a:lnSpc>
              <a:spcBef>
                <a:spcPts val="600"/>
              </a:spcBef>
              <a:spcAft>
                <a:spcPts val="0"/>
              </a:spcAft>
              <a:buNone/>
            </a:pPr>
            <a:r>
              <a:t/>
            </a:r>
            <a:endParaRPr i="1" sz="2000">
              <a:solidFill>
                <a:schemeClr val="accent1"/>
              </a:solidFill>
            </a:endParaRPr>
          </a:p>
        </p:txBody>
      </p:sp>
      <p:pic>
        <p:nvPicPr>
          <p:cNvPr id="358" name="Google Shape;358;p48"/>
          <p:cNvPicPr preferRelativeResize="0"/>
          <p:nvPr/>
        </p:nvPicPr>
        <p:blipFill>
          <a:blip r:embed="rId3">
            <a:alphaModFix/>
          </a:blip>
          <a:stretch>
            <a:fillRect/>
          </a:stretch>
        </p:blipFill>
        <p:spPr>
          <a:xfrm>
            <a:off x="3353050" y="1911100"/>
            <a:ext cx="2437900" cy="2949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